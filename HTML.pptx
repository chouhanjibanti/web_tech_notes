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6858000" cx="9144000"/>
  <p:notesSz cx="6858000" cy="9144000"/>
  <p:embeddedFontLst>
    <p:embeddedFont>
      <p:font typeface="Constantia"/>
      <p:regular r:id="rId63"/>
      <p:bold r:id="rId64"/>
      <p:italic r:id="rId65"/>
      <p:boldItalic r:id="rId66"/>
    </p:embeddedFont>
    <p:embeddedFont>
      <p:font typeface="Libre Baskerville"/>
      <p:regular r:id="rId67"/>
      <p:bold r:id="rId68"/>
      <p: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Constantia-bold.fntdata"/><Relationship Id="rId63" Type="http://schemas.openxmlformats.org/officeDocument/2006/relationships/font" Target="fonts/Constantia-regular.fntdata"/><Relationship Id="rId22" Type="http://schemas.openxmlformats.org/officeDocument/2006/relationships/slide" Target="slides/slide16.xml"/><Relationship Id="rId66" Type="http://schemas.openxmlformats.org/officeDocument/2006/relationships/font" Target="fonts/Constantia-boldItalic.fntdata"/><Relationship Id="rId21" Type="http://schemas.openxmlformats.org/officeDocument/2006/relationships/slide" Target="slides/slide15.xml"/><Relationship Id="rId65" Type="http://schemas.openxmlformats.org/officeDocument/2006/relationships/font" Target="fonts/Constantia-italic.fntdata"/><Relationship Id="rId24" Type="http://schemas.openxmlformats.org/officeDocument/2006/relationships/slide" Target="slides/slide18.xml"/><Relationship Id="rId68" Type="http://schemas.openxmlformats.org/officeDocument/2006/relationships/font" Target="fonts/LibreBaskerville-bold.fntdata"/><Relationship Id="rId23" Type="http://schemas.openxmlformats.org/officeDocument/2006/relationships/slide" Target="slides/slide17.xml"/><Relationship Id="rId67" Type="http://schemas.openxmlformats.org/officeDocument/2006/relationships/font" Target="fonts/LibreBaskerville-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LibreBaskerville-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5"/>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6"/>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7"/>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8"/>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8"/>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8"/>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8"/>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9"/>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11"/>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11"/>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12"/>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12"/>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12"/>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2"/>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12"/>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96" name="Google Shape;96;p12"/>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12"/>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3"/>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4"/>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1"/>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1"/>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1"/>
          <p:cNvGrpSpPr/>
          <p:nvPr/>
        </p:nvGrpSpPr>
        <p:grpSpPr>
          <a:xfrm>
            <a:off x="-29294" y="-16113"/>
            <a:ext cx="9198255" cy="1086266"/>
            <a:chOff x="-29322" y="-1971"/>
            <a:chExt cx="9198255" cy="1086266"/>
          </a:xfrm>
        </p:grpSpPr>
        <p:sp>
          <p:nvSpPr>
            <p:cNvPr id="18" name="Google Shape;18;p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3"/>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3"/>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3"/>
          <p:cNvGrpSpPr/>
          <p:nvPr/>
        </p:nvGrpSpPr>
        <p:grpSpPr>
          <a:xfrm>
            <a:off x="-29294" y="-16113"/>
            <a:ext cx="9198255" cy="1086266"/>
            <a:chOff x="-29322" y="-1971"/>
            <a:chExt cx="9198255" cy="1086266"/>
          </a:xfrm>
        </p:grpSpPr>
        <p:sp>
          <p:nvSpPr>
            <p:cNvPr id="35" name="Google Shape;35;p3"/>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3"/>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sublimetext.com/3" TargetMode="External"/><Relationship Id="rId4" Type="http://schemas.openxmlformats.org/officeDocument/2006/relationships/hyperlink" Target="https://visualstudio.microsoft.com/" TargetMode="External"/><Relationship Id="rId5" Type="http://schemas.openxmlformats.org/officeDocument/2006/relationships/hyperlink" Target="https://notepad-plus-plus.org/downloads/v7.9.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www.xnu.com/formtest.asp"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ctrTitle"/>
          </p:nvPr>
        </p:nvSpPr>
        <p:spPr>
          <a:xfrm>
            <a:off x="2743200" y="2438400"/>
            <a:ext cx="3886200" cy="1851025"/>
          </a:xfrm>
          <a:prstGeom prst="rect">
            <a:avLst/>
          </a:prstGeom>
          <a:noFill/>
          <a:ln>
            <a:noFill/>
          </a:ln>
        </p:spPr>
        <p:txBody>
          <a:bodyPr anchorCtr="0" anchor="b" bIns="0" lIns="0" spcFirstLastPara="1" rIns="18275" wrap="square" tIns="0">
            <a:noAutofit/>
          </a:bodyPr>
          <a:lstStyle/>
          <a:p>
            <a:pPr indent="0" lvl="0" marL="0" rtl="0" algn="r">
              <a:spcBef>
                <a:spcPts val="0"/>
              </a:spcBef>
              <a:spcAft>
                <a:spcPts val="0"/>
              </a:spcAft>
              <a:buClr>
                <a:srgbClr val="4CE0EA"/>
              </a:buClr>
              <a:buSzPts val="11500"/>
              <a:buFont typeface="Calibri"/>
              <a:buNone/>
            </a:pPr>
            <a:r>
              <a:rPr lang="en-US" sz="11500"/>
              <a:t>HTML</a:t>
            </a:r>
            <a:endParaRPr sz="1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228600" y="533400"/>
            <a:ext cx="4267200" cy="12192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Libre Baskerville"/>
              <a:buNone/>
            </a:pPr>
            <a:r>
              <a:rPr lang="en-US">
                <a:latin typeface="Libre Baskerville"/>
                <a:ea typeface="Libre Baskerville"/>
                <a:cs typeface="Libre Baskerville"/>
                <a:sym typeface="Libre Baskerville"/>
              </a:rPr>
              <a:t>Before we begin</a:t>
            </a:r>
            <a:endParaRPr>
              <a:latin typeface="Libre Baskerville"/>
              <a:ea typeface="Libre Baskerville"/>
              <a:cs typeface="Libre Baskerville"/>
              <a:sym typeface="Libre Baskerville"/>
            </a:endParaRPr>
          </a:p>
        </p:txBody>
      </p:sp>
      <p:sp>
        <p:nvSpPr>
          <p:cNvPr id="120" name="Google Shape;120;p16"/>
          <p:cNvSpPr txBox="1"/>
          <p:nvPr>
            <p:ph idx="1" type="body"/>
          </p:nvPr>
        </p:nvSpPr>
        <p:spPr>
          <a:xfrm>
            <a:off x="2133600" y="1752600"/>
            <a:ext cx="8229600" cy="487680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lnSpc>
                <a:spcPct val="150000"/>
              </a:lnSpc>
              <a:spcBef>
                <a:spcPts val="0"/>
              </a:spcBef>
              <a:spcAft>
                <a:spcPts val="0"/>
              </a:spcAft>
              <a:buSzPct val="95000"/>
              <a:buChar char="⚫"/>
            </a:pPr>
            <a:r>
              <a:rPr lang="en-US">
                <a:latin typeface="Libre Baskerville"/>
                <a:ea typeface="Libre Baskerville"/>
                <a:cs typeface="Libre Baskerville"/>
                <a:sym typeface="Libre Baskerville"/>
              </a:rPr>
              <a:t>This is for BEGINNERS.</a:t>
            </a:r>
            <a:endParaRPr/>
          </a:p>
          <a:p>
            <a:pPr indent="-274320" lvl="0" marL="274320" rtl="0" algn="l">
              <a:lnSpc>
                <a:spcPct val="150000"/>
              </a:lnSpc>
              <a:spcBef>
                <a:spcPts val="442"/>
              </a:spcBef>
              <a:spcAft>
                <a:spcPts val="0"/>
              </a:spcAft>
              <a:buSzPct val="95000"/>
              <a:buChar char="⚫"/>
            </a:pPr>
            <a:r>
              <a:rPr lang="en-US">
                <a:latin typeface="Libre Baskerville"/>
                <a:ea typeface="Libre Baskerville"/>
                <a:cs typeface="Libre Baskerville"/>
                <a:sym typeface="Libre Baskerville"/>
              </a:rPr>
              <a:t>Currently we’ll  learn HTML with no CSS.</a:t>
            </a:r>
            <a:endParaRPr/>
          </a:p>
          <a:p>
            <a:pPr indent="-274320" lvl="0" marL="274320" rtl="0" algn="l">
              <a:lnSpc>
                <a:spcPct val="150000"/>
              </a:lnSpc>
              <a:spcBef>
                <a:spcPts val="442"/>
              </a:spcBef>
              <a:spcAft>
                <a:spcPts val="0"/>
              </a:spcAft>
              <a:buSzPct val="95000"/>
              <a:buChar char="⚫"/>
            </a:pPr>
            <a:r>
              <a:rPr lang="en-US">
                <a:latin typeface="Libre Baskerville"/>
                <a:ea typeface="Libre Baskerville"/>
                <a:cs typeface="Libre Baskerville"/>
                <a:sym typeface="Libre Baskerville"/>
              </a:rPr>
              <a:t>We will focus on HTML 5.</a:t>
            </a:r>
            <a:endParaRPr/>
          </a:p>
          <a:p>
            <a:pPr indent="-274320" lvl="0" marL="274320" rtl="0" algn="l">
              <a:lnSpc>
                <a:spcPct val="150000"/>
              </a:lnSpc>
              <a:spcBef>
                <a:spcPts val="442"/>
              </a:spcBef>
              <a:spcAft>
                <a:spcPts val="0"/>
              </a:spcAft>
              <a:buSzPct val="95000"/>
              <a:buChar char="⚫"/>
            </a:pPr>
            <a:r>
              <a:rPr lang="en-US">
                <a:latin typeface="Libre Baskerville"/>
                <a:ea typeface="Libre Baskerville"/>
                <a:cs typeface="Libre Baskerville"/>
                <a:sym typeface="Libre Baskerville"/>
              </a:rPr>
              <a:t>We will learn all the topics in a flow of </a:t>
            </a:r>
            <a:endParaRPr/>
          </a:p>
          <a:p>
            <a:pPr indent="-274320" lvl="0" marL="274320" rtl="0" algn="l">
              <a:lnSpc>
                <a:spcPct val="150000"/>
              </a:lnSpc>
              <a:spcBef>
                <a:spcPts val="476"/>
              </a:spcBef>
              <a:spcAft>
                <a:spcPts val="0"/>
              </a:spcAft>
              <a:buSzPct val="95000"/>
              <a:buNone/>
            </a:pPr>
            <a:r>
              <a:rPr lang="en-US">
                <a:latin typeface="Libre Baskerville"/>
                <a:ea typeface="Libre Baskerville"/>
                <a:cs typeface="Libre Baskerville"/>
                <a:sym typeface="Libre Baskerville"/>
              </a:rPr>
              <a:t>       </a:t>
            </a:r>
            <a:r>
              <a:rPr lang="en-US" sz="2800">
                <a:solidFill>
                  <a:schemeClr val="accent2"/>
                </a:solidFill>
                <a:latin typeface="Libre Baskerville"/>
                <a:ea typeface="Libre Baskerville"/>
                <a:cs typeface="Libre Baskerville"/>
                <a:sym typeface="Libre Baskerville"/>
              </a:rPr>
              <a:t>WHAT ?</a:t>
            </a:r>
            <a:endParaRPr/>
          </a:p>
          <a:p>
            <a:pPr indent="-274320" lvl="0" marL="274320" rtl="0" algn="l">
              <a:lnSpc>
                <a:spcPct val="150000"/>
              </a:lnSpc>
              <a:spcBef>
                <a:spcPts val="476"/>
              </a:spcBef>
              <a:spcAft>
                <a:spcPts val="0"/>
              </a:spcAft>
              <a:buSzPct val="95000"/>
              <a:buNone/>
            </a:pPr>
            <a:r>
              <a:rPr lang="en-US" sz="2800">
                <a:solidFill>
                  <a:schemeClr val="accent2"/>
                </a:solidFill>
                <a:latin typeface="Libre Baskerville"/>
                <a:ea typeface="Libre Baskerville"/>
                <a:cs typeface="Libre Baskerville"/>
                <a:sym typeface="Libre Baskerville"/>
              </a:rPr>
              <a:t>       WHY ?</a:t>
            </a:r>
            <a:endParaRPr/>
          </a:p>
          <a:p>
            <a:pPr indent="-274320" lvl="0" marL="274320" rtl="0" algn="l">
              <a:lnSpc>
                <a:spcPct val="150000"/>
              </a:lnSpc>
              <a:spcBef>
                <a:spcPts val="476"/>
              </a:spcBef>
              <a:spcAft>
                <a:spcPts val="0"/>
              </a:spcAft>
              <a:buSzPct val="95000"/>
              <a:buNone/>
            </a:pPr>
            <a:r>
              <a:rPr lang="en-US" sz="2800">
                <a:solidFill>
                  <a:schemeClr val="accent2"/>
                </a:solidFill>
                <a:latin typeface="Libre Baskerville"/>
                <a:ea typeface="Libre Baskerville"/>
                <a:cs typeface="Libre Baskerville"/>
                <a:sym typeface="Libre Baskerville"/>
              </a:rPr>
              <a:t>       WHERE ?</a:t>
            </a:r>
            <a:endParaRPr/>
          </a:p>
          <a:p>
            <a:pPr indent="-274320" lvl="0" marL="274320" rtl="0" algn="l">
              <a:lnSpc>
                <a:spcPct val="150000"/>
              </a:lnSpc>
              <a:spcBef>
                <a:spcPts val="476"/>
              </a:spcBef>
              <a:spcAft>
                <a:spcPts val="0"/>
              </a:spcAft>
              <a:buSzPct val="95000"/>
              <a:buNone/>
            </a:pPr>
            <a:r>
              <a:rPr lang="en-US" sz="2800">
                <a:solidFill>
                  <a:schemeClr val="accent2"/>
                </a:solidFill>
                <a:latin typeface="Libre Baskerville"/>
                <a:ea typeface="Libre Baskerville"/>
                <a:cs typeface="Libre Baskerville"/>
                <a:sym typeface="Libre Baskerville"/>
              </a:rPr>
              <a:t>       HOW ?</a:t>
            </a:r>
            <a:endParaRPr/>
          </a:p>
          <a:p>
            <a:pPr indent="-274320" lvl="0" marL="274320" rtl="0" algn="l">
              <a:lnSpc>
                <a:spcPct val="150000"/>
              </a:lnSpc>
              <a:spcBef>
                <a:spcPts val="476"/>
              </a:spcBef>
              <a:spcAft>
                <a:spcPts val="0"/>
              </a:spcAft>
              <a:buSzPct val="95000"/>
              <a:buChar char="⚫"/>
            </a:pPr>
            <a:r>
              <a:rPr lang="en-US" sz="2800">
                <a:latin typeface="Libre Baskerville"/>
                <a:ea typeface="Libre Baskerville"/>
                <a:cs typeface="Libre Baskerville"/>
                <a:sym typeface="Libre Baskerville"/>
              </a:rPr>
              <a:t>Be patient</a:t>
            </a:r>
            <a:endParaRPr/>
          </a:p>
          <a:p>
            <a:pPr indent="-274320" lvl="0" marL="274320" rtl="0" algn="l">
              <a:lnSpc>
                <a:spcPct val="150000"/>
              </a:lnSpc>
              <a:spcBef>
                <a:spcPts val="476"/>
              </a:spcBef>
              <a:spcAft>
                <a:spcPts val="0"/>
              </a:spcAft>
              <a:buSzPct val="95000"/>
              <a:buNone/>
            </a:pPr>
            <a:r>
              <a:t/>
            </a:r>
            <a:endParaRPr sz="2800">
              <a:solidFill>
                <a:schemeClr val="accent2"/>
              </a:solidFill>
              <a:latin typeface="Libre Baskerville"/>
              <a:ea typeface="Libre Baskerville"/>
              <a:cs typeface="Libre Baskerville"/>
              <a:sym typeface="Libre Baskervil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Effect filter="fade" transition="in">
                                      <p:cBhvr>
                                        <p:cTn dur="500"/>
                                        <p:tgtEl>
                                          <p:spTgt spid="1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Effect filter="fade" transition="in">
                                      <p:cBhvr>
                                        <p:cTn dur="500"/>
                                        <p:tgtEl>
                                          <p:spTgt spid="1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Effect filter="fade" transition="in">
                                      <p:cBhvr>
                                        <p:cTn dur="500"/>
                                        <p:tgtEl>
                                          <p:spTgt spid="1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Effect filter="fade" transition="in">
                                      <p:cBhvr>
                                        <p:cTn dur="500"/>
                                        <p:tgtEl>
                                          <p:spTgt spid="1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Effect filter="fade" transition="in">
                                      <p:cBhvr>
                                        <p:cTn dur="500"/>
                                        <p:tgtEl>
                                          <p:spTgt spid="1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animEffect filter="fade" transition="in">
                                      <p:cBhvr>
                                        <p:cTn dur="500"/>
                                        <p:tgtEl>
                                          <p:spTgt spid="1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animEffect filter="fade" transition="in">
                                      <p:cBhvr>
                                        <p:cTn dur="500"/>
                                        <p:tgtEl>
                                          <p:spTgt spid="1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7" st="7"/>
                                            </p:txEl>
                                          </p:spTgt>
                                        </p:tgtEl>
                                        <p:attrNameLst>
                                          <p:attrName>style.visibility</p:attrName>
                                        </p:attrNameLst>
                                      </p:cBhvr>
                                      <p:to>
                                        <p:strVal val="visible"/>
                                      </p:to>
                                    </p:set>
                                    <p:animEffect filter="fade" transition="in">
                                      <p:cBhvr>
                                        <p:cTn dur="500"/>
                                        <p:tgtEl>
                                          <p:spTgt spid="1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8" st="8"/>
                                            </p:txEl>
                                          </p:spTgt>
                                        </p:tgtEl>
                                        <p:attrNameLst>
                                          <p:attrName>style.visibility</p:attrName>
                                        </p:attrNameLst>
                                      </p:cBhvr>
                                      <p:to>
                                        <p:strVal val="visible"/>
                                      </p:to>
                                    </p:set>
                                    <p:animEffect filter="fade" transition="in">
                                      <p:cBhvr>
                                        <p:cTn dur="500"/>
                                        <p:tgtEl>
                                          <p:spTgt spid="12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9" st="9"/>
                                            </p:txEl>
                                          </p:spTgt>
                                        </p:tgtEl>
                                        <p:attrNameLst>
                                          <p:attrName>style.visibility</p:attrName>
                                        </p:attrNameLst>
                                      </p:cBhvr>
                                      <p:to>
                                        <p:strVal val="visible"/>
                                      </p:to>
                                    </p:set>
                                    <p:animEffect filter="fade" transition="in">
                                      <p:cBhvr>
                                        <p:cTn dur="500"/>
                                        <p:tgtEl>
                                          <p:spTgt spid="12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7"/>
          <p:cNvSpPr txBox="1"/>
          <p:nvPr>
            <p:ph type="title"/>
          </p:nvPr>
        </p:nvSpPr>
        <p:spPr>
          <a:xfrm>
            <a:off x="304800" y="457200"/>
            <a:ext cx="3048000" cy="1962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Libre Baskerville"/>
              <a:buNone/>
            </a:pPr>
            <a:r>
              <a:rPr lang="en-US">
                <a:latin typeface="Libre Baskerville"/>
                <a:ea typeface="Libre Baskerville"/>
                <a:cs typeface="Libre Baskerville"/>
                <a:sym typeface="Libre Baskerville"/>
              </a:rPr>
              <a:t>What is</a:t>
            </a:r>
            <a:br>
              <a:rPr lang="en-US">
                <a:latin typeface="Libre Baskerville"/>
                <a:ea typeface="Libre Baskerville"/>
                <a:cs typeface="Libre Baskerville"/>
                <a:sym typeface="Libre Baskerville"/>
              </a:rPr>
            </a:br>
            <a:r>
              <a:rPr lang="en-US">
                <a:latin typeface="Libre Baskerville"/>
                <a:ea typeface="Libre Baskerville"/>
                <a:cs typeface="Libre Baskerville"/>
                <a:sym typeface="Libre Baskerville"/>
              </a:rPr>
              <a:t> HTML ?</a:t>
            </a:r>
            <a:endParaRPr>
              <a:latin typeface="Libre Baskerville"/>
              <a:ea typeface="Libre Baskerville"/>
              <a:cs typeface="Libre Baskerville"/>
              <a:sym typeface="Libre Baskerville"/>
            </a:endParaRPr>
          </a:p>
        </p:txBody>
      </p:sp>
      <p:sp>
        <p:nvSpPr>
          <p:cNvPr id="126" name="Google Shape;126;p17"/>
          <p:cNvSpPr txBox="1"/>
          <p:nvPr>
            <p:ph idx="1" type="body"/>
          </p:nvPr>
        </p:nvSpPr>
        <p:spPr>
          <a:xfrm>
            <a:off x="1447800" y="2209800"/>
            <a:ext cx="8229600" cy="518160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470"/>
              <a:buChar char="⚫"/>
            </a:pPr>
            <a:r>
              <a:rPr lang="en-US"/>
              <a:t>Hyper Text Markup Language.</a:t>
            </a:r>
            <a:endParaRPr/>
          </a:p>
          <a:p>
            <a:pPr indent="-274320" lvl="0" marL="274320" rtl="0" algn="l">
              <a:lnSpc>
                <a:spcPct val="150000"/>
              </a:lnSpc>
              <a:spcBef>
                <a:spcPts val="520"/>
              </a:spcBef>
              <a:spcAft>
                <a:spcPts val="0"/>
              </a:spcAft>
              <a:buSzPts val="2470"/>
              <a:buChar char="⚫"/>
            </a:pPr>
            <a:r>
              <a:rPr lang="en-US"/>
              <a:t>HTML is not a Programming language.</a:t>
            </a:r>
            <a:endParaRPr/>
          </a:p>
          <a:p>
            <a:pPr indent="-274320" lvl="0" marL="274320" rtl="0" algn="l">
              <a:lnSpc>
                <a:spcPct val="150000"/>
              </a:lnSpc>
              <a:spcBef>
                <a:spcPts val="520"/>
              </a:spcBef>
              <a:spcAft>
                <a:spcPts val="0"/>
              </a:spcAft>
              <a:buSzPts val="2470"/>
              <a:buChar char="⚫"/>
            </a:pPr>
            <a:r>
              <a:rPr lang="en-US"/>
              <a:t>Markup languages is for creating the web pages.</a:t>
            </a:r>
            <a:endParaRPr/>
          </a:p>
          <a:p>
            <a:pPr indent="-274320" lvl="0" marL="274320" rtl="0" algn="l">
              <a:lnSpc>
                <a:spcPct val="150000"/>
              </a:lnSpc>
              <a:spcBef>
                <a:spcPts val="520"/>
              </a:spcBef>
              <a:spcAft>
                <a:spcPts val="0"/>
              </a:spcAft>
              <a:buSzPts val="2470"/>
              <a:buChar char="⚫"/>
            </a:pPr>
            <a:r>
              <a:rPr lang="en-US"/>
              <a:t>These are the building blocks of the web pages.</a:t>
            </a:r>
            <a:endParaRPr/>
          </a:p>
          <a:p>
            <a:pPr indent="-274320" lvl="0" marL="274320" rtl="0" algn="l">
              <a:lnSpc>
                <a:spcPct val="150000"/>
              </a:lnSpc>
              <a:spcBef>
                <a:spcPts val="520"/>
              </a:spcBef>
              <a:spcAft>
                <a:spcPts val="0"/>
              </a:spcAft>
              <a:buSzPts val="2470"/>
              <a:buChar char="⚫"/>
            </a:pPr>
            <a:r>
              <a:rPr lang="en-US"/>
              <a:t>HTML elements(tags) tell the browser how to</a:t>
            </a:r>
            <a:endParaRPr/>
          </a:p>
          <a:p>
            <a:pPr indent="-274320" lvl="0" marL="274320" rtl="0" algn="l">
              <a:lnSpc>
                <a:spcPct val="150000"/>
              </a:lnSpc>
              <a:spcBef>
                <a:spcPts val="520"/>
              </a:spcBef>
              <a:spcAft>
                <a:spcPts val="0"/>
              </a:spcAft>
              <a:buSzPts val="2470"/>
              <a:buNone/>
            </a:pPr>
            <a:r>
              <a:rPr lang="en-US"/>
              <a:t>   display the content.</a:t>
            </a:r>
            <a:endParaRPr/>
          </a:p>
          <a:p>
            <a:pPr indent="-117475" lvl="0" marL="274320" rtl="0" algn="l">
              <a:lnSpc>
                <a:spcPct val="150000"/>
              </a:lnSpc>
              <a:spcBef>
                <a:spcPts val="520"/>
              </a:spcBef>
              <a:spcAft>
                <a:spcPts val="0"/>
              </a:spcAft>
              <a:buSzPts val="2470"/>
              <a:buNone/>
            </a:pPr>
            <a:r>
              <a:t/>
            </a:r>
            <a:endParaRPr/>
          </a:p>
          <a:p>
            <a:pPr indent="-117475" lvl="0" marL="274320" rtl="0" algn="l">
              <a:lnSpc>
                <a:spcPct val="150000"/>
              </a:lnSpc>
              <a:spcBef>
                <a:spcPts val="520"/>
              </a:spcBef>
              <a:spcAft>
                <a:spcPts val="0"/>
              </a:spcAft>
              <a:buSzPts val="247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animEffect filter="fade" transition="in">
                                      <p:cBhvr>
                                        <p:cTn dur="500"/>
                                        <p:tgtEl>
                                          <p:spTgt spid="1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animEffect filter="fade" transition="in">
                                      <p:cBhvr>
                                        <p:cTn dur="500"/>
                                        <p:tgtEl>
                                          <p:spTgt spid="1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animEffect filter="fade" transition="in">
                                      <p:cBhvr>
                                        <p:cTn dur="500"/>
                                        <p:tgtEl>
                                          <p:spTgt spid="1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animEffect filter="fade" transition="in">
                                      <p:cBhvr>
                                        <p:cTn dur="500"/>
                                        <p:tgtEl>
                                          <p:spTgt spid="1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animEffect filter="fade" transition="in">
                                      <p:cBhvr>
                                        <p:cTn dur="500"/>
                                        <p:tgtEl>
                                          <p:spTgt spid="12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5" st="5"/>
                                            </p:txEl>
                                          </p:spTgt>
                                        </p:tgtEl>
                                        <p:attrNameLst>
                                          <p:attrName>style.visibility</p:attrName>
                                        </p:attrNameLst>
                                      </p:cBhvr>
                                      <p:to>
                                        <p:strVal val="visible"/>
                                      </p:to>
                                    </p:set>
                                    <p:animEffect filter="fade" transition="in">
                                      <p:cBhvr>
                                        <p:cTn dur="500"/>
                                        <p:tgtEl>
                                          <p:spTgt spid="12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6" st="6"/>
                                            </p:txEl>
                                          </p:spTgt>
                                        </p:tgtEl>
                                        <p:attrNameLst>
                                          <p:attrName>style.visibility</p:attrName>
                                        </p:attrNameLst>
                                      </p:cBhvr>
                                      <p:to>
                                        <p:strVal val="visible"/>
                                      </p:to>
                                    </p:set>
                                    <p:animEffect filter="fade" transition="in">
                                      <p:cBhvr>
                                        <p:cTn dur="500"/>
                                        <p:tgtEl>
                                          <p:spTgt spid="12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xEl>
                                              <p:pRg end="7" st="7"/>
                                            </p:txEl>
                                          </p:spTgt>
                                        </p:tgtEl>
                                        <p:attrNameLst>
                                          <p:attrName>style.visibility</p:attrName>
                                        </p:attrNameLst>
                                      </p:cBhvr>
                                      <p:to>
                                        <p:strVal val="visible"/>
                                      </p:to>
                                    </p:set>
                                    <p:animEffect filter="fade" transition="in">
                                      <p:cBhvr>
                                        <p:cTn dur="500"/>
                                        <p:tgtEl>
                                          <p:spTgt spid="12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381000" y="457200"/>
            <a:ext cx="3962400" cy="1200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Libre Baskerville"/>
              <a:buNone/>
            </a:pPr>
            <a:r>
              <a:rPr lang="en-US">
                <a:latin typeface="Libre Baskerville"/>
                <a:ea typeface="Libre Baskerville"/>
                <a:cs typeface="Libre Baskerville"/>
                <a:sym typeface="Libre Baskerville"/>
              </a:rPr>
              <a:t>Before Starting</a:t>
            </a:r>
            <a:endParaRPr>
              <a:latin typeface="Libre Baskerville"/>
              <a:ea typeface="Libre Baskerville"/>
              <a:cs typeface="Libre Baskerville"/>
              <a:sym typeface="Libre Baskerville"/>
            </a:endParaRPr>
          </a:p>
        </p:txBody>
      </p:sp>
      <p:sp>
        <p:nvSpPr>
          <p:cNvPr id="132" name="Google Shape;132;p18"/>
          <p:cNvSpPr txBox="1"/>
          <p:nvPr>
            <p:ph idx="1" type="body"/>
          </p:nvPr>
        </p:nvSpPr>
        <p:spPr>
          <a:xfrm>
            <a:off x="1676400" y="17526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A web Browser</a:t>
            </a:r>
            <a:endParaRPr/>
          </a:p>
          <a:p>
            <a:pPr indent="-274320" lvl="0" marL="274320" rtl="0" algn="l">
              <a:spcBef>
                <a:spcPts val="400"/>
              </a:spcBef>
              <a:spcAft>
                <a:spcPts val="0"/>
              </a:spcAft>
              <a:buSzPts val="1900"/>
              <a:buFont typeface="Noto Sans Symbols"/>
              <a:buChar char="✔"/>
            </a:pPr>
            <a:r>
              <a:rPr lang="en-US" sz="2000"/>
              <a:t>Google Crome</a:t>
            </a:r>
            <a:endParaRPr/>
          </a:p>
          <a:p>
            <a:pPr indent="-274320" lvl="0" marL="274320" rtl="0" algn="l">
              <a:spcBef>
                <a:spcPts val="400"/>
              </a:spcBef>
              <a:spcAft>
                <a:spcPts val="0"/>
              </a:spcAft>
              <a:buSzPts val="1900"/>
              <a:buFont typeface="Noto Sans Symbols"/>
              <a:buChar char="✔"/>
            </a:pPr>
            <a:r>
              <a:rPr lang="en-US" sz="2000"/>
              <a:t>Mozilla firefox</a:t>
            </a:r>
            <a:endParaRPr/>
          </a:p>
          <a:p>
            <a:pPr indent="-274320" lvl="0" marL="274320" rtl="0" algn="l">
              <a:spcBef>
                <a:spcPts val="400"/>
              </a:spcBef>
              <a:spcAft>
                <a:spcPts val="0"/>
              </a:spcAft>
              <a:buSzPts val="1900"/>
              <a:buFont typeface="Noto Sans Symbols"/>
              <a:buChar char="✔"/>
            </a:pPr>
            <a:r>
              <a:rPr lang="en-US" sz="2000"/>
              <a:t>Safari</a:t>
            </a:r>
            <a:endParaRPr/>
          </a:p>
          <a:p>
            <a:pPr indent="-274320" lvl="0" marL="274320" rtl="0" algn="l">
              <a:spcBef>
                <a:spcPts val="400"/>
              </a:spcBef>
              <a:spcAft>
                <a:spcPts val="0"/>
              </a:spcAft>
              <a:buSzPts val="1900"/>
              <a:buFont typeface="Noto Sans Symbols"/>
              <a:buChar char="✔"/>
            </a:pPr>
            <a:r>
              <a:rPr lang="en-US" sz="2000"/>
              <a:t>Edge</a:t>
            </a:r>
            <a:endParaRPr/>
          </a:p>
          <a:p>
            <a:pPr indent="-274320" lvl="0" marL="274320" rtl="0" algn="l">
              <a:spcBef>
                <a:spcPts val="400"/>
              </a:spcBef>
              <a:spcAft>
                <a:spcPts val="0"/>
              </a:spcAft>
              <a:buSzPts val="1900"/>
              <a:buNone/>
            </a:pPr>
            <a:r>
              <a:t/>
            </a:r>
            <a:endParaRPr sz="2000"/>
          </a:p>
          <a:p>
            <a:pPr indent="-274320" lvl="0" marL="274320" rtl="0" algn="l">
              <a:spcBef>
                <a:spcPts val="400"/>
              </a:spcBef>
              <a:spcAft>
                <a:spcPts val="0"/>
              </a:spcAft>
              <a:buSzPts val="1900"/>
              <a:buNone/>
            </a:pPr>
            <a:r>
              <a:t/>
            </a:r>
            <a:endParaRPr sz="2000"/>
          </a:p>
          <a:p>
            <a:pPr indent="-274320" lvl="0" marL="274320" rtl="0" algn="l">
              <a:spcBef>
                <a:spcPts val="560"/>
              </a:spcBef>
              <a:spcAft>
                <a:spcPts val="0"/>
              </a:spcAft>
              <a:buSzPts val="2660"/>
              <a:buChar char="⚫"/>
            </a:pPr>
            <a:r>
              <a:rPr lang="en-US" sz="2800"/>
              <a:t>A text Editor</a:t>
            </a:r>
            <a:endParaRPr/>
          </a:p>
          <a:p>
            <a:pPr indent="-274320" lvl="0" marL="274320" rtl="0" algn="l">
              <a:spcBef>
                <a:spcPts val="400"/>
              </a:spcBef>
              <a:spcAft>
                <a:spcPts val="0"/>
              </a:spcAft>
              <a:buSzPts val="1900"/>
              <a:buChar char="⚫"/>
            </a:pPr>
            <a:r>
              <a:rPr lang="en-US" sz="2000"/>
              <a:t>Sublime Text</a:t>
            </a:r>
            <a:endParaRPr/>
          </a:p>
          <a:p>
            <a:pPr indent="-274320" lvl="0" marL="274320" rtl="0" algn="l">
              <a:spcBef>
                <a:spcPts val="400"/>
              </a:spcBef>
              <a:spcAft>
                <a:spcPts val="0"/>
              </a:spcAft>
              <a:buSzPts val="1900"/>
              <a:buChar char="⚫"/>
            </a:pPr>
            <a:r>
              <a:rPr lang="en-US" sz="2000"/>
              <a:t>Notepad++</a:t>
            </a:r>
            <a:endParaRPr/>
          </a:p>
          <a:p>
            <a:pPr indent="-274320" lvl="0" marL="274320" rtl="0" algn="l">
              <a:spcBef>
                <a:spcPts val="400"/>
              </a:spcBef>
              <a:spcAft>
                <a:spcPts val="0"/>
              </a:spcAft>
              <a:buSzPts val="1900"/>
              <a:buChar char="⚫"/>
            </a:pPr>
            <a:r>
              <a:rPr lang="en-US" sz="2000"/>
              <a:t>Visual Studio code</a:t>
            </a:r>
            <a:endParaRPr/>
          </a:p>
          <a:p>
            <a:pPr indent="-274320" lvl="0" marL="274320" rtl="0" algn="l">
              <a:spcBef>
                <a:spcPts val="400"/>
              </a:spcBef>
              <a:spcAft>
                <a:spcPts val="0"/>
              </a:spcAft>
              <a:buSzPts val="1900"/>
              <a:buChar char="⚫"/>
            </a:pPr>
            <a:r>
              <a:rPr lang="en-US" sz="2000"/>
              <a:t>Atom.io</a:t>
            </a:r>
            <a:endParaRPr sz="2000"/>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animEffect filter="fade" transition="in">
                                      <p:cBhvr>
                                        <p:cTn dur="500"/>
                                        <p:tgtEl>
                                          <p:spTgt spid="1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animEffect filter="fade" transition="in">
                                      <p:cBhvr>
                                        <p:cTn dur="500"/>
                                        <p:tgtEl>
                                          <p:spTgt spid="1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animEffect filter="fade" transition="in">
                                      <p:cBhvr>
                                        <p:cTn dur="500"/>
                                        <p:tgtEl>
                                          <p:spTgt spid="1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animEffect filter="fade" transition="in">
                                      <p:cBhvr>
                                        <p:cTn dur="500"/>
                                        <p:tgtEl>
                                          <p:spTgt spid="1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animEffect filter="fade" transition="in">
                                      <p:cBhvr>
                                        <p:cTn dur="500"/>
                                        <p:tgtEl>
                                          <p:spTgt spid="1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5" st="5"/>
                                            </p:txEl>
                                          </p:spTgt>
                                        </p:tgtEl>
                                        <p:attrNameLst>
                                          <p:attrName>style.visibility</p:attrName>
                                        </p:attrNameLst>
                                      </p:cBhvr>
                                      <p:to>
                                        <p:strVal val="visible"/>
                                      </p:to>
                                    </p:set>
                                    <p:animEffect filter="fade" transition="in">
                                      <p:cBhvr>
                                        <p:cTn dur="500"/>
                                        <p:tgtEl>
                                          <p:spTgt spid="1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6" st="6"/>
                                            </p:txEl>
                                          </p:spTgt>
                                        </p:tgtEl>
                                        <p:attrNameLst>
                                          <p:attrName>style.visibility</p:attrName>
                                        </p:attrNameLst>
                                      </p:cBhvr>
                                      <p:to>
                                        <p:strVal val="visible"/>
                                      </p:to>
                                    </p:set>
                                    <p:animEffect filter="fade" transition="in">
                                      <p:cBhvr>
                                        <p:cTn dur="500"/>
                                        <p:tgtEl>
                                          <p:spTgt spid="13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7" st="7"/>
                                            </p:txEl>
                                          </p:spTgt>
                                        </p:tgtEl>
                                        <p:attrNameLst>
                                          <p:attrName>style.visibility</p:attrName>
                                        </p:attrNameLst>
                                      </p:cBhvr>
                                      <p:to>
                                        <p:strVal val="visible"/>
                                      </p:to>
                                    </p:set>
                                    <p:animEffect filter="fade" transition="in">
                                      <p:cBhvr>
                                        <p:cTn dur="500"/>
                                        <p:tgtEl>
                                          <p:spTgt spid="13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8" st="8"/>
                                            </p:txEl>
                                          </p:spTgt>
                                        </p:tgtEl>
                                        <p:attrNameLst>
                                          <p:attrName>style.visibility</p:attrName>
                                        </p:attrNameLst>
                                      </p:cBhvr>
                                      <p:to>
                                        <p:strVal val="visible"/>
                                      </p:to>
                                    </p:set>
                                    <p:animEffect filter="fade" transition="in">
                                      <p:cBhvr>
                                        <p:cTn dur="500"/>
                                        <p:tgtEl>
                                          <p:spTgt spid="13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9" st="9"/>
                                            </p:txEl>
                                          </p:spTgt>
                                        </p:tgtEl>
                                        <p:attrNameLst>
                                          <p:attrName>style.visibility</p:attrName>
                                        </p:attrNameLst>
                                      </p:cBhvr>
                                      <p:to>
                                        <p:strVal val="visible"/>
                                      </p:to>
                                    </p:set>
                                    <p:animEffect filter="fade" transition="in">
                                      <p:cBhvr>
                                        <p:cTn dur="500"/>
                                        <p:tgtEl>
                                          <p:spTgt spid="13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10" st="10"/>
                                            </p:txEl>
                                          </p:spTgt>
                                        </p:tgtEl>
                                        <p:attrNameLst>
                                          <p:attrName>style.visibility</p:attrName>
                                        </p:attrNameLst>
                                      </p:cBhvr>
                                      <p:to>
                                        <p:strVal val="visible"/>
                                      </p:to>
                                    </p:set>
                                    <p:animEffect filter="fade" transition="in">
                                      <p:cBhvr>
                                        <p:cTn dur="500"/>
                                        <p:tgtEl>
                                          <p:spTgt spid="13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11" st="11"/>
                                            </p:txEl>
                                          </p:spTgt>
                                        </p:tgtEl>
                                        <p:attrNameLst>
                                          <p:attrName>style.visibility</p:attrName>
                                        </p:attrNameLst>
                                      </p:cBhvr>
                                      <p:to>
                                        <p:strVal val="visible"/>
                                      </p:to>
                                    </p:set>
                                    <p:animEffect filter="fade" transition="in">
                                      <p:cBhvr>
                                        <p:cTn dur="500"/>
                                        <p:tgtEl>
                                          <p:spTgt spid="132">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title"/>
          </p:nvPr>
        </p:nvSpPr>
        <p:spPr>
          <a:xfrm>
            <a:off x="4572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Download link</a:t>
            </a:r>
            <a:endParaRPr/>
          </a:p>
        </p:txBody>
      </p:sp>
      <p:sp>
        <p:nvSpPr>
          <p:cNvPr id="138" name="Google Shape;138;p19"/>
          <p:cNvSpPr txBox="1"/>
          <p:nvPr>
            <p:ph idx="1" type="body"/>
          </p:nvPr>
        </p:nvSpPr>
        <p:spPr>
          <a:xfrm>
            <a:off x="381000" y="19812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Sublime text : </a:t>
            </a:r>
            <a:r>
              <a:rPr lang="en-US" u="sng">
                <a:solidFill>
                  <a:schemeClr val="hlink"/>
                </a:solidFill>
                <a:hlinkClick r:id="rId3"/>
              </a:rPr>
              <a:t>https://www.sublimetext.com/3</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Visual studio : </a:t>
            </a:r>
            <a:r>
              <a:rPr lang="en-US" u="sng">
                <a:solidFill>
                  <a:schemeClr val="hlink"/>
                </a:solidFill>
                <a:hlinkClick r:id="rId4"/>
              </a:rPr>
              <a:t>https://visualstudio.microsoft.com/</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Notepad++ :  </a:t>
            </a:r>
            <a:r>
              <a:rPr lang="en-US" u="sng">
                <a:solidFill>
                  <a:schemeClr val="hlink"/>
                </a:solidFill>
                <a:hlinkClick r:id="rId5"/>
              </a:rPr>
              <a:t>https://notepad-plus-plus.org/downloads/v7.9.5/</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304800" y="1143000"/>
            <a:ext cx="37338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Libre Baskerville"/>
              <a:buNone/>
            </a:pPr>
            <a:r>
              <a:rPr lang="en-US">
                <a:latin typeface="Libre Baskerville"/>
                <a:ea typeface="Libre Baskerville"/>
                <a:cs typeface="Libre Baskerville"/>
                <a:sym typeface="Libre Baskerville"/>
              </a:rPr>
              <a:t>How to create </a:t>
            </a:r>
            <a:br>
              <a:rPr lang="en-US">
                <a:latin typeface="Libre Baskerville"/>
                <a:ea typeface="Libre Baskerville"/>
                <a:cs typeface="Libre Baskerville"/>
                <a:sym typeface="Libre Baskerville"/>
              </a:rPr>
            </a:br>
            <a:r>
              <a:rPr lang="en-US">
                <a:latin typeface="Libre Baskerville"/>
                <a:ea typeface="Libre Baskerville"/>
                <a:cs typeface="Libre Baskerville"/>
                <a:sym typeface="Libre Baskerville"/>
              </a:rPr>
              <a:t>HTML file</a:t>
            </a:r>
            <a:endParaRPr>
              <a:latin typeface="Libre Baskerville"/>
              <a:ea typeface="Libre Baskerville"/>
              <a:cs typeface="Libre Baskerville"/>
              <a:sym typeface="Libre Baskerville"/>
            </a:endParaRPr>
          </a:p>
        </p:txBody>
      </p:sp>
      <p:sp>
        <p:nvSpPr>
          <p:cNvPr id="144" name="Google Shape;144;p20"/>
          <p:cNvSpPr txBox="1"/>
          <p:nvPr>
            <p:ph idx="1" type="body"/>
          </p:nvPr>
        </p:nvSpPr>
        <p:spPr>
          <a:xfrm>
            <a:off x="1143000" y="2209800"/>
            <a:ext cx="8001000" cy="4389120"/>
          </a:xfrm>
          <a:prstGeom prst="rect">
            <a:avLst/>
          </a:prstGeom>
          <a:noFill/>
          <a:ln>
            <a:noFill/>
          </a:ln>
        </p:spPr>
        <p:txBody>
          <a:bodyPr anchorCtr="0" anchor="t" bIns="45700" lIns="91425" spcFirstLastPara="1" rIns="91425" wrap="square" tIns="45700">
            <a:normAutofit/>
          </a:bodyPr>
          <a:lstStyle/>
          <a:p>
            <a:pPr indent="-609600" lvl="0" marL="609600" rtl="0" algn="l">
              <a:spcBef>
                <a:spcPts val="0"/>
              </a:spcBef>
              <a:spcAft>
                <a:spcPts val="0"/>
              </a:spcAft>
              <a:buSzPts val="2470"/>
              <a:buChar char="⚫"/>
            </a:pPr>
            <a:r>
              <a:rPr lang="en-US"/>
              <a:t>Open the text editor.</a:t>
            </a:r>
            <a:endParaRPr/>
          </a:p>
          <a:p>
            <a:pPr indent="-609600" lvl="0" marL="609600" rtl="0" algn="l">
              <a:spcBef>
                <a:spcPts val="520"/>
              </a:spcBef>
              <a:spcAft>
                <a:spcPts val="0"/>
              </a:spcAft>
              <a:buSzPts val="2470"/>
              <a:buChar char="⚫"/>
            </a:pPr>
            <a:r>
              <a:rPr lang="en-US"/>
              <a:t>Open a new file.</a:t>
            </a:r>
            <a:endParaRPr/>
          </a:p>
          <a:p>
            <a:pPr indent="-609600" lvl="0" marL="609600" rtl="0" algn="l">
              <a:spcBef>
                <a:spcPts val="520"/>
              </a:spcBef>
              <a:spcAft>
                <a:spcPts val="0"/>
              </a:spcAft>
              <a:buSzPts val="2470"/>
              <a:buChar char="⚫"/>
            </a:pPr>
            <a:r>
              <a:rPr lang="en-US"/>
              <a:t>Create your customized web page.</a:t>
            </a:r>
            <a:endParaRPr/>
          </a:p>
          <a:p>
            <a:pPr indent="-609600" lvl="0" marL="609600" rtl="0" algn="l">
              <a:spcBef>
                <a:spcPts val="520"/>
              </a:spcBef>
              <a:spcAft>
                <a:spcPts val="0"/>
              </a:spcAft>
              <a:buSzPts val="2470"/>
              <a:buChar char="⚫"/>
            </a:pPr>
            <a:r>
              <a:rPr lang="en-US"/>
              <a:t>Save the file in .html extension.</a:t>
            </a:r>
            <a:endParaRPr/>
          </a:p>
          <a:p>
            <a:pPr indent="-609600" lvl="0" marL="609600" rtl="0" algn="l">
              <a:spcBef>
                <a:spcPts val="520"/>
              </a:spcBef>
              <a:spcAft>
                <a:spcPts val="0"/>
              </a:spcAft>
              <a:buSzPts val="2470"/>
              <a:buChar char="⚫"/>
            </a:pPr>
            <a:r>
              <a:rPr lang="en-US"/>
              <a:t>After saving run your file using any web browser (chrome) .</a:t>
            </a:r>
            <a:endParaRPr/>
          </a:p>
          <a:p>
            <a:pPr indent="-609600" lvl="0" marL="609600" rtl="0" algn="l">
              <a:spcBef>
                <a:spcPts val="520"/>
              </a:spcBef>
              <a:spcAft>
                <a:spcPts val="0"/>
              </a:spcAft>
              <a:buSzPts val="247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381000" y="457200"/>
            <a:ext cx="5562600" cy="1200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Structure of html</a:t>
            </a:r>
            <a:endParaRPr>
              <a:latin typeface="Constantia"/>
              <a:ea typeface="Constantia"/>
              <a:cs typeface="Constantia"/>
              <a:sym typeface="Constantia"/>
            </a:endParaRPr>
          </a:p>
        </p:txBody>
      </p:sp>
      <p:sp>
        <p:nvSpPr>
          <p:cNvPr id="150" name="Google Shape;150;p21"/>
          <p:cNvSpPr txBox="1"/>
          <p:nvPr>
            <p:ph idx="1" type="body"/>
          </p:nvPr>
        </p:nvSpPr>
        <p:spPr>
          <a:xfrm>
            <a:off x="0" y="1643050"/>
            <a:ext cx="8929718" cy="521495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t/>
            </a:r>
            <a:endParaRPr>
              <a:latin typeface="Constantia"/>
              <a:ea typeface="Constantia"/>
              <a:cs typeface="Constantia"/>
              <a:sym typeface="Constantia"/>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&lt;!doctype html&gt; // it will always showing the current version of html.</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&lt;html&gt; // will represent the root element of a page</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&lt;head&gt;</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&lt;/head&gt; // is known as invisible part. because we are able to </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hidden the property.</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&lt;body&gt;</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&lt;/body&gt; // is known as visible part. What all the things we </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will write it will be visible for the users. </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&lt;/html&gt;	</a:t>
            </a:r>
            <a:endParaRPr sz="2400">
              <a:latin typeface="Constantia"/>
              <a:ea typeface="Constantia"/>
              <a:cs typeface="Constantia"/>
              <a:sym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533400" y="381000"/>
            <a:ext cx="15240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Tags</a:t>
            </a:r>
            <a:endParaRPr>
              <a:latin typeface="Constantia"/>
              <a:ea typeface="Constantia"/>
              <a:cs typeface="Constantia"/>
              <a:sym typeface="Constantia"/>
            </a:endParaRPr>
          </a:p>
        </p:txBody>
      </p:sp>
      <p:sp>
        <p:nvSpPr>
          <p:cNvPr id="156" name="Google Shape;156;p22"/>
          <p:cNvSpPr txBox="1"/>
          <p:nvPr>
            <p:ph idx="1" type="body"/>
          </p:nvPr>
        </p:nvSpPr>
        <p:spPr>
          <a:xfrm>
            <a:off x="457200" y="1447800"/>
            <a:ext cx="8229600" cy="51816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80"/>
              <a:buChar char="⚫"/>
            </a:pPr>
            <a:r>
              <a:rPr lang="en-US" sz="2400">
                <a:latin typeface="Constantia"/>
                <a:ea typeface="Constantia"/>
                <a:cs typeface="Constantia"/>
                <a:sym typeface="Constantia"/>
              </a:rPr>
              <a:t>What is tags? </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 Inside &lt;&gt; all the predefind keywords in html will be known as tags. </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- 2 types are there </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1. Single tag : </a:t>
            </a:r>
            <a:endParaRPr/>
          </a:p>
          <a:p>
            <a:pPr indent="-274320" lvl="0" marL="274320" rtl="0" algn="l">
              <a:spcBef>
                <a:spcPts val="480"/>
              </a:spcBef>
              <a:spcAft>
                <a:spcPts val="0"/>
              </a:spcAft>
              <a:buSzPts val="2280"/>
              <a:buChar char="⚫"/>
            </a:pPr>
            <a:r>
              <a:rPr lang="en-US" sz="2400">
                <a:latin typeface="Constantia"/>
                <a:ea typeface="Constantia"/>
                <a:cs typeface="Constantia"/>
                <a:sym typeface="Constantia"/>
              </a:rPr>
              <a:t>- If we open one tag it is not required to close the tag.</a:t>
            </a:r>
            <a:endParaRPr/>
          </a:p>
          <a:p>
            <a:pPr indent="-274320" lvl="0" marL="274320" rtl="0" algn="l">
              <a:spcBef>
                <a:spcPts val="480"/>
              </a:spcBef>
              <a:spcAft>
                <a:spcPts val="0"/>
              </a:spcAft>
              <a:buSzPts val="2280"/>
              <a:buChar char="⚫"/>
            </a:pPr>
            <a:r>
              <a:rPr lang="en-US" sz="2400">
                <a:latin typeface="Constantia"/>
                <a:ea typeface="Constantia"/>
                <a:cs typeface="Constantia"/>
                <a:sym typeface="Constantia"/>
              </a:rPr>
              <a:t>- For ex: </a:t>
            </a:r>
            <a:endParaRPr/>
          </a:p>
          <a:p>
            <a:pPr indent="-274320" lvl="0" marL="274320" rtl="0" algn="l">
              <a:spcBef>
                <a:spcPts val="480"/>
              </a:spcBef>
              <a:spcAft>
                <a:spcPts val="0"/>
              </a:spcAft>
              <a:buSzPts val="2280"/>
              <a:buChar char="⚫"/>
            </a:pPr>
            <a:r>
              <a:rPr lang="en-US" sz="2400">
                <a:latin typeface="Constantia"/>
                <a:ea typeface="Constantia"/>
                <a:cs typeface="Constantia"/>
                <a:sym typeface="Constantia"/>
              </a:rPr>
              <a:t>  &lt;img&gt;,&lt;br&gt;,&lt;link&gt; etc.</a:t>
            </a:r>
            <a:endParaRPr/>
          </a:p>
          <a:p>
            <a:pPr indent="-274320" lvl="0" marL="274320" rtl="0" algn="l">
              <a:spcBef>
                <a:spcPts val="480"/>
              </a:spcBef>
              <a:spcAft>
                <a:spcPts val="0"/>
              </a:spcAft>
              <a:buSzPts val="2280"/>
              <a:buNone/>
            </a:pPr>
            <a:r>
              <a:rPr lang="en-US" sz="2400">
                <a:latin typeface="Constantia"/>
                <a:ea typeface="Constantia"/>
                <a:cs typeface="Constantia"/>
                <a:sym typeface="Constantia"/>
              </a:rPr>
              <a:t>2. Double tags  : </a:t>
            </a:r>
            <a:endParaRPr/>
          </a:p>
          <a:p>
            <a:pPr indent="-274320" lvl="0" marL="274320" rtl="0" algn="l">
              <a:spcBef>
                <a:spcPts val="480"/>
              </a:spcBef>
              <a:spcAft>
                <a:spcPts val="0"/>
              </a:spcAft>
              <a:buSzPts val="2280"/>
              <a:buChar char="⚫"/>
            </a:pPr>
            <a:r>
              <a:rPr lang="en-US" sz="2400">
                <a:latin typeface="Constantia"/>
                <a:ea typeface="Constantia"/>
                <a:cs typeface="Constantia"/>
                <a:sym typeface="Constantia"/>
              </a:rPr>
              <a:t>- If we open once it is mandatory to close the tags. </a:t>
            </a:r>
            <a:endParaRPr/>
          </a:p>
          <a:p>
            <a:pPr indent="-274320" lvl="0" marL="274320" rtl="0" algn="l">
              <a:spcBef>
                <a:spcPts val="480"/>
              </a:spcBef>
              <a:spcAft>
                <a:spcPts val="0"/>
              </a:spcAft>
              <a:buSzPts val="2280"/>
              <a:buChar char="⚫"/>
            </a:pPr>
            <a:r>
              <a:rPr lang="en-US" sz="2400">
                <a:latin typeface="Constantia"/>
                <a:ea typeface="Constantia"/>
                <a:cs typeface="Constantia"/>
                <a:sym typeface="Constantia"/>
              </a:rPr>
              <a:t>- For ex : </a:t>
            </a:r>
            <a:endParaRPr/>
          </a:p>
          <a:p>
            <a:pPr indent="-274320" lvl="0" marL="274320" rtl="0" algn="l">
              <a:spcBef>
                <a:spcPts val="480"/>
              </a:spcBef>
              <a:spcAft>
                <a:spcPts val="0"/>
              </a:spcAft>
              <a:buSzPts val="2280"/>
              <a:buChar char="⚫"/>
            </a:pPr>
            <a:r>
              <a:rPr lang="en-US" sz="2400">
                <a:latin typeface="Constantia"/>
                <a:ea typeface="Constantia"/>
                <a:cs typeface="Constantia"/>
                <a:sym typeface="Constantia"/>
              </a:rPr>
              <a:t>  &lt;body&gt;&lt;/body&gt;,&lt;title&gt;&lt;/title&gt;,&lt;a&gt;&lt;/a&gt;,&lt;p&gt;&lt;/p&gt; etc.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3810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Types of &lt;head&gt; tag</a:t>
            </a:r>
            <a:endParaRPr>
              <a:latin typeface="Constantia"/>
              <a:ea typeface="Constantia"/>
              <a:cs typeface="Constantia"/>
              <a:sym typeface="Constantia"/>
            </a:endParaRPr>
          </a:p>
        </p:txBody>
      </p:sp>
      <p:sp>
        <p:nvSpPr>
          <p:cNvPr id="162" name="Google Shape;162;p23"/>
          <p:cNvSpPr txBox="1"/>
          <p:nvPr>
            <p:ph idx="1" type="body"/>
          </p:nvPr>
        </p:nvSpPr>
        <p:spPr>
          <a:xfrm>
            <a:off x="457200" y="1935480"/>
            <a:ext cx="8229600" cy="492252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lnSpc>
                <a:spcPct val="160000"/>
              </a:lnSpc>
              <a:spcBef>
                <a:spcPts val="0"/>
              </a:spcBef>
              <a:spcAft>
                <a:spcPts val="0"/>
              </a:spcAft>
              <a:buSzPct val="95000"/>
              <a:buNone/>
            </a:pPr>
            <a:r>
              <a:rPr lang="en-US">
                <a:latin typeface="Constantia"/>
                <a:ea typeface="Constantia"/>
                <a:cs typeface="Constantia"/>
                <a:sym typeface="Constantia"/>
              </a:rPr>
              <a:t>1. &lt;title&gt;&lt;/title&gt; = If we wants to provide any page name we </a:t>
            </a:r>
            <a:endParaRPr/>
          </a:p>
          <a:p>
            <a:pPr indent="-274320" lvl="0" marL="274320" rtl="0" algn="l">
              <a:lnSpc>
                <a:spcPct val="160000"/>
              </a:lnSpc>
              <a:spcBef>
                <a:spcPts val="442"/>
              </a:spcBef>
              <a:spcAft>
                <a:spcPts val="0"/>
              </a:spcAft>
              <a:buSzPct val="95000"/>
              <a:buNone/>
            </a:pPr>
            <a:r>
              <a:rPr lang="en-US">
                <a:latin typeface="Constantia"/>
                <a:ea typeface="Constantia"/>
                <a:cs typeface="Constantia"/>
                <a:sym typeface="Constantia"/>
              </a:rPr>
              <a:t>   have to call it using title tag. </a:t>
            </a:r>
            <a:endParaRPr/>
          </a:p>
          <a:p>
            <a:pPr indent="-274320" lvl="0" marL="274320" rtl="0" algn="l">
              <a:lnSpc>
                <a:spcPct val="160000"/>
              </a:lnSpc>
              <a:spcBef>
                <a:spcPts val="442"/>
              </a:spcBef>
              <a:spcAft>
                <a:spcPts val="0"/>
              </a:spcAft>
              <a:buSzPct val="95000"/>
              <a:buNone/>
            </a:pPr>
            <a:r>
              <a:rPr lang="en-US">
                <a:latin typeface="Constantia"/>
                <a:ea typeface="Constantia"/>
                <a:cs typeface="Constantia"/>
                <a:sym typeface="Constantia"/>
              </a:rPr>
              <a:t>2. &lt;link&gt; = If we wants to link one page to another page we have </a:t>
            </a:r>
            <a:endParaRPr/>
          </a:p>
          <a:p>
            <a:pPr indent="-274320" lvl="0" marL="274320" rtl="0" algn="l">
              <a:lnSpc>
                <a:spcPct val="160000"/>
              </a:lnSpc>
              <a:spcBef>
                <a:spcPts val="442"/>
              </a:spcBef>
              <a:spcAft>
                <a:spcPts val="0"/>
              </a:spcAft>
              <a:buSzPct val="95000"/>
              <a:buNone/>
            </a:pPr>
            <a:r>
              <a:rPr lang="en-US">
                <a:latin typeface="Constantia"/>
                <a:ea typeface="Constantia"/>
                <a:cs typeface="Constantia"/>
                <a:sym typeface="Constantia"/>
              </a:rPr>
              <a:t>   to call link tag. </a:t>
            </a:r>
            <a:endParaRPr/>
          </a:p>
          <a:p>
            <a:pPr indent="-274320" lvl="0" marL="274320" rtl="0" algn="l">
              <a:lnSpc>
                <a:spcPct val="160000"/>
              </a:lnSpc>
              <a:spcBef>
                <a:spcPts val="442"/>
              </a:spcBef>
              <a:spcAft>
                <a:spcPts val="0"/>
              </a:spcAft>
              <a:buSzPct val="95000"/>
              <a:buNone/>
            </a:pPr>
            <a:r>
              <a:rPr lang="en-US">
                <a:latin typeface="Constantia"/>
                <a:ea typeface="Constantia"/>
                <a:cs typeface="Constantia"/>
                <a:sym typeface="Constantia"/>
              </a:rPr>
              <a:t>3. &lt;style&gt;&lt;/style&gt; = To applying css</a:t>
            </a:r>
            <a:endParaRPr>
              <a:latin typeface="Constantia"/>
              <a:ea typeface="Constantia"/>
              <a:cs typeface="Constantia"/>
              <a:sym typeface="Constantia"/>
            </a:endParaRPr>
          </a:p>
          <a:p>
            <a:pPr indent="-274320" lvl="0" marL="274320" rtl="0" algn="l">
              <a:lnSpc>
                <a:spcPct val="160000"/>
              </a:lnSpc>
              <a:spcBef>
                <a:spcPts val="442"/>
              </a:spcBef>
              <a:spcAft>
                <a:spcPts val="0"/>
              </a:spcAft>
              <a:buSzPct val="95000"/>
              <a:buNone/>
            </a:pPr>
            <a:r>
              <a:rPr lang="en-US">
                <a:latin typeface="Constantia"/>
                <a:ea typeface="Constantia"/>
                <a:cs typeface="Constantia"/>
                <a:sym typeface="Constantia"/>
              </a:rPr>
              <a:t>4. &lt;script&gt;&lt;/script&gt; = To call javascript </a:t>
            </a:r>
            <a:endParaRPr/>
          </a:p>
          <a:p>
            <a:pPr indent="-274320" lvl="0" marL="274320" rtl="0" algn="l">
              <a:lnSpc>
                <a:spcPct val="160000"/>
              </a:lnSpc>
              <a:spcBef>
                <a:spcPts val="442"/>
              </a:spcBef>
              <a:spcAft>
                <a:spcPts val="0"/>
              </a:spcAft>
              <a:buSzPct val="95000"/>
              <a:buNone/>
            </a:pPr>
            <a:r>
              <a:rPr lang="en-US">
                <a:latin typeface="Constantia"/>
                <a:ea typeface="Constantia"/>
                <a:cs typeface="Constantia"/>
                <a:sym typeface="Constantia"/>
              </a:rPr>
              <a:t>5. &lt;meta&gt;&lt;/meta&gt; = The subset of head tag. Which will provide to </a:t>
            </a:r>
            <a:endParaRPr/>
          </a:p>
          <a:p>
            <a:pPr indent="-274320" lvl="0" marL="274320" rtl="0" algn="l">
              <a:lnSpc>
                <a:spcPct val="160000"/>
              </a:lnSpc>
              <a:spcBef>
                <a:spcPts val="442"/>
              </a:spcBef>
              <a:spcAft>
                <a:spcPts val="0"/>
              </a:spcAft>
              <a:buSzPct val="95000"/>
              <a:buNone/>
            </a:pPr>
            <a:r>
              <a:rPr lang="en-US">
                <a:latin typeface="Constantia"/>
                <a:ea typeface="Constantia"/>
                <a:cs typeface="Constantia"/>
                <a:sym typeface="Constantia"/>
              </a:rPr>
              <a:t>    hide some property from the users. </a:t>
            </a:r>
            <a:endParaRPr/>
          </a:p>
          <a:p>
            <a:pPr indent="-274320" lvl="0" marL="274320" rtl="0" algn="l">
              <a:spcBef>
                <a:spcPts val="442"/>
              </a:spcBef>
              <a:spcAft>
                <a:spcPts val="0"/>
              </a:spcAft>
              <a:buSzPct val="95000"/>
              <a:buNone/>
            </a:pPr>
            <a:r>
              <a:rPr lang="en-US">
                <a:latin typeface="Constantia"/>
                <a:ea typeface="Constantia"/>
                <a:cs typeface="Constantia"/>
                <a:sym typeface="Constantia"/>
              </a:rPr>
              <a:t>	</a:t>
            </a:r>
            <a:endParaRPr>
              <a:latin typeface="Constantia"/>
              <a:ea typeface="Constantia"/>
              <a:cs typeface="Constantia"/>
              <a:sym typeface="Constant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4572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Attributes</a:t>
            </a:r>
            <a:endParaRPr>
              <a:latin typeface="Constantia"/>
              <a:ea typeface="Constantia"/>
              <a:cs typeface="Constantia"/>
              <a:sym typeface="Constantia"/>
            </a:endParaRPr>
          </a:p>
        </p:txBody>
      </p:sp>
      <p:sp>
        <p:nvSpPr>
          <p:cNvPr id="168" name="Google Shape;168;p24"/>
          <p:cNvSpPr txBox="1"/>
          <p:nvPr>
            <p:ph idx="1" type="body"/>
          </p:nvPr>
        </p:nvSpPr>
        <p:spPr>
          <a:xfrm>
            <a:off x="457200" y="1676400"/>
            <a:ext cx="8229600" cy="46482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lang="en-US"/>
              <a:t>- It will helps to add some extra effects on the html page. </a:t>
            </a:r>
            <a:endParaRPr/>
          </a:p>
          <a:p>
            <a:pPr indent="-274320" lvl="0" marL="274320" rtl="0" algn="l">
              <a:spcBef>
                <a:spcPts val="520"/>
              </a:spcBef>
              <a:spcAft>
                <a:spcPts val="0"/>
              </a:spcAft>
              <a:buSzPts val="2470"/>
              <a:buChar char="⚫"/>
            </a:pPr>
            <a:r>
              <a:rPr lang="en-US"/>
              <a:t>- For each and every tags we are having different attributes. </a:t>
            </a:r>
            <a:endParaRPr/>
          </a:p>
          <a:p>
            <a:pPr indent="-274320" lvl="0" marL="274320" rtl="0" algn="l">
              <a:spcBef>
                <a:spcPts val="520"/>
              </a:spcBef>
              <a:spcAft>
                <a:spcPts val="0"/>
              </a:spcAft>
              <a:buSzPts val="2470"/>
              <a:buNone/>
            </a:pPr>
            <a:r>
              <a:rPr lang="en-US"/>
              <a:t>Body tag attribute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rPr lang="en-US"/>
              <a:t>       Attributes                Parameter </a:t>
            </a:r>
            <a:endParaRPr/>
          </a:p>
          <a:p>
            <a:pPr indent="-274320" lvl="0" marL="274320" rtl="0" algn="l">
              <a:spcBef>
                <a:spcPts val="520"/>
              </a:spcBef>
              <a:spcAft>
                <a:spcPts val="0"/>
              </a:spcAft>
              <a:buSzPts val="2470"/>
              <a:buChar char="⚫"/>
            </a:pPr>
            <a:r>
              <a:rPr lang="en-US"/>
              <a:t>1. bg color                    color code/color name </a:t>
            </a:r>
            <a:endParaRPr/>
          </a:p>
          <a:p>
            <a:pPr indent="-274320" lvl="0" marL="274320" rtl="0" algn="l">
              <a:spcBef>
                <a:spcPts val="520"/>
              </a:spcBef>
              <a:spcAft>
                <a:spcPts val="0"/>
              </a:spcAft>
              <a:buSzPts val="2470"/>
              <a:buChar char="⚫"/>
            </a:pPr>
            <a:r>
              <a:rPr lang="en-US"/>
              <a:t>2. background            image name </a:t>
            </a:r>
            <a:endParaRPr/>
          </a:p>
          <a:p>
            <a:pPr indent="-274320" lvl="0" marL="274320" rtl="0" algn="l">
              <a:spcBef>
                <a:spcPts val="520"/>
              </a:spcBef>
              <a:spcAft>
                <a:spcPts val="0"/>
              </a:spcAft>
              <a:buSzPts val="2470"/>
              <a:buChar char="⚫"/>
            </a:pPr>
            <a:r>
              <a:rPr lang="en-US"/>
              <a:t>3. text                           color code/color name </a:t>
            </a:r>
            <a:endParaRPr/>
          </a:p>
          <a:p>
            <a:pPr indent="-274320" lvl="0" marL="274320" rtl="0" algn="l">
              <a:spcBef>
                <a:spcPts val="520"/>
              </a:spcBef>
              <a:spcAft>
                <a:spcPts val="0"/>
              </a:spcAft>
              <a:buSzPts val="2470"/>
              <a:buChar char="⚫"/>
            </a:pPr>
            <a:r>
              <a:rPr lang="en-US"/>
              <a:t>4.Align                          left(default),right,center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Background color</a:t>
            </a:r>
            <a:endParaRPr>
              <a:latin typeface="Constantia"/>
              <a:ea typeface="Constantia"/>
              <a:cs typeface="Constantia"/>
              <a:sym typeface="Constantia"/>
            </a:endParaRPr>
          </a:p>
        </p:txBody>
      </p:sp>
      <p:sp>
        <p:nvSpPr>
          <p:cNvPr id="174" name="Google Shape;174;p2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83210" lvl="0" marL="365760" rtl="0" algn="l">
              <a:spcBef>
                <a:spcPts val="0"/>
              </a:spcBef>
              <a:spcAft>
                <a:spcPts val="0"/>
              </a:spcAft>
              <a:buClr>
                <a:schemeClr val="lt1"/>
              </a:buClr>
              <a:buSzPts val="2660"/>
              <a:buFont typeface="Noto Sans Symbols"/>
              <a:buChar char="▪"/>
            </a:pPr>
            <a:r>
              <a:rPr lang="en-US" sz="2800"/>
              <a:t>It is very common to see web pages with their background color set to white or some other colors.</a:t>
            </a:r>
            <a:endParaRPr/>
          </a:p>
          <a:p>
            <a:pPr indent="-283210" lvl="0" marL="365760" rtl="0" algn="l">
              <a:spcBef>
                <a:spcPts val="560"/>
              </a:spcBef>
              <a:spcAft>
                <a:spcPts val="0"/>
              </a:spcAft>
              <a:buClr>
                <a:schemeClr val="lt1"/>
              </a:buClr>
              <a:buSzPts val="2660"/>
              <a:buFont typeface="Noto Sans Symbols"/>
              <a:buChar char="▪"/>
            </a:pPr>
            <a:r>
              <a:rPr lang="en-US" sz="2800"/>
              <a:t>To set your document’s background color, you need to edit the &lt;body&gt; element by adding the bgcolor attribute. The following example will display a document with a background color:</a:t>
            </a:r>
            <a:endParaRPr/>
          </a:p>
          <a:p>
            <a:pPr indent="-283210" lvl="0" marL="365760" rtl="0" algn="l">
              <a:spcBef>
                <a:spcPts val="560"/>
              </a:spcBef>
              <a:spcAft>
                <a:spcPts val="0"/>
              </a:spcAft>
              <a:buClr>
                <a:schemeClr val="lt1"/>
              </a:buClr>
              <a:buSzPts val="2660"/>
              <a:buFont typeface="Noto Sans Symbols"/>
              <a:buNone/>
            </a:pPr>
            <a:r>
              <a:rPr b="1" lang="en-US" sz="2800">
                <a:solidFill>
                  <a:srgbClr val="FF0000"/>
                </a:solidFill>
              </a:rPr>
              <a:t>  &lt;body bgcolor=“Indigo”&gt;&lt;/body&gt;</a:t>
            </a:r>
            <a:endParaRPr/>
          </a:p>
          <a:p>
            <a:pPr indent="-105410" lvl="0" marL="274320" rtl="0" algn="l">
              <a:spcBef>
                <a:spcPts val="560"/>
              </a:spcBef>
              <a:spcAft>
                <a:spcPts val="0"/>
              </a:spcAft>
              <a:buSzPts val="2660"/>
              <a:buNone/>
            </a:pPr>
            <a:r>
              <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Text color</a:t>
            </a:r>
            <a:endParaRPr>
              <a:latin typeface="Constantia"/>
              <a:ea typeface="Constantia"/>
              <a:cs typeface="Constantia"/>
              <a:sym typeface="Constantia"/>
            </a:endParaRPr>
          </a:p>
        </p:txBody>
      </p:sp>
      <p:sp>
        <p:nvSpPr>
          <p:cNvPr id="180" name="Google Shape;180;p2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Clr>
                <a:schemeClr val="lt1"/>
              </a:buClr>
              <a:buSzPts val="2660"/>
              <a:buFont typeface="Noto Sans Symbols"/>
              <a:buChar char="▪"/>
            </a:pPr>
            <a:r>
              <a:rPr lang="en-US" sz="2800"/>
              <a:t>The TEXT attribute is used to control the color of all the normal text in the document. The default color for text is black. The TEXT attribute would be added as follows:</a:t>
            </a:r>
            <a:endParaRPr/>
          </a:p>
          <a:p>
            <a:pPr indent="-274320" lvl="0" marL="274320" rtl="0" algn="l">
              <a:spcBef>
                <a:spcPts val="560"/>
              </a:spcBef>
              <a:spcAft>
                <a:spcPts val="0"/>
              </a:spcAft>
              <a:buClr>
                <a:schemeClr val="lt1"/>
              </a:buClr>
              <a:buSzPts val="2660"/>
              <a:buFont typeface="Noto Sans Symbols"/>
              <a:buNone/>
            </a:pPr>
            <a:r>
              <a:rPr lang="en-US" sz="2800"/>
              <a:t>	</a:t>
            </a:r>
            <a:r>
              <a:rPr b="1" lang="en-US" sz="2800">
                <a:solidFill>
                  <a:srgbClr val="FF0000"/>
                </a:solidFill>
              </a:rPr>
              <a:t>&lt;body bgcolor=“red” text=“green”&gt;&lt;/body&gt;</a:t>
            </a:r>
            <a:endParaRPr/>
          </a:p>
          <a:p>
            <a:pPr indent="-274320" lvl="0" marL="274320" rtl="0" algn="l">
              <a:spcBef>
                <a:spcPts val="560"/>
              </a:spcBef>
              <a:spcAft>
                <a:spcPts val="0"/>
              </a:spcAft>
              <a:buClr>
                <a:schemeClr val="lt1"/>
              </a:buClr>
              <a:buSzPts val="2660"/>
              <a:buFont typeface="Noto Sans Symbols"/>
              <a:buNone/>
            </a:pPr>
            <a:r>
              <a:rPr lang="en-US" sz="2800"/>
              <a:t>In this example the document’s page</a:t>
            </a:r>
            <a:endParaRPr/>
          </a:p>
          <a:p>
            <a:pPr indent="-274320" lvl="0" marL="274320" rtl="0" algn="l">
              <a:spcBef>
                <a:spcPts val="560"/>
              </a:spcBef>
              <a:spcAft>
                <a:spcPts val="0"/>
              </a:spcAft>
              <a:buClr>
                <a:schemeClr val="lt1"/>
              </a:buClr>
              <a:buSzPts val="2660"/>
              <a:buFont typeface="Noto Sans Symbols"/>
              <a:buNone/>
            </a:pPr>
            <a:r>
              <a:rPr lang="en-US" sz="2800"/>
              <a:t>color is red and the text would be green.</a:t>
            </a:r>
            <a:endParaRPr/>
          </a:p>
          <a:p>
            <a:pPr indent="-105410" lvl="0" marL="274320" rtl="0" algn="l">
              <a:spcBef>
                <a:spcPts val="560"/>
              </a:spcBef>
              <a:spcAft>
                <a:spcPts val="0"/>
              </a:spcAft>
              <a:buSzPts val="2660"/>
              <a:buNone/>
            </a:pPr>
            <a:r>
              <a:t/>
            </a:r>
            <a:endParaRPr sz="2800"/>
          </a:p>
          <a:p>
            <a:pPr indent="-105410" lvl="0" marL="274320" rtl="0" algn="l">
              <a:spcBef>
                <a:spcPts val="560"/>
              </a:spcBef>
              <a:spcAft>
                <a:spcPts val="0"/>
              </a:spcAft>
              <a:buSzPts val="2660"/>
              <a:buNone/>
            </a:pPr>
            <a:r>
              <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5334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Background Image</a:t>
            </a:r>
            <a:endParaRPr>
              <a:latin typeface="Constantia"/>
              <a:ea typeface="Constantia"/>
              <a:cs typeface="Constantia"/>
              <a:sym typeface="Constantia"/>
            </a:endParaRPr>
          </a:p>
        </p:txBody>
      </p:sp>
      <p:sp>
        <p:nvSpPr>
          <p:cNvPr id="186" name="Google Shape;186;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83210" lvl="0" marL="365760" rtl="0" algn="l">
              <a:spcBef>
                <a:spcPts val="0"/>
              </a:spcBef>
              <a:spcAft>
                <a:spcPts val="0"/>
              </a:spcAft>
              <a:buClr>
                <a:schemeClr val="lt1"/>
              </a:buClr>
              <a:buSzPts val="2660"/>
              <a:buFont typeface="Noto Sans Symbols"/>
              <a:buChar char="▪"/>
            </a:pPr>
            <a:r>
              <a:rPr lang="en-US" sz="2800"/>
              <a:t>The BODY element also gives you ability of setting an image as the document’s background.</a:t>
            </a:r>
            <a:endParaRPr/>
          </a:p>
          <a:p>
            <a:pPr indent="-283210" lvl="0" marL="365760" rtl="0" algn="l">
              <a:spcBef>
                <a:spcPts val="560"/>
              </a:spcBef>
              <a:spcAft>
                <a:spcPts val="0"/>
              </a:spcAft>
              <a:buClr>
                <a:schemeClr val="lt1"/>
              </a:buClr>
              <a:buSzPts val="2660"/>
              <a:buFont typeface="Noto Sans Symbols"/>
              <a:buChar char="▪"/>
            </a:pPr>
            <a:r>
              <a:rPr lang="en-US" sz="2800"/>
              <a:t>An example of a background image’s HTML code is as follows:</a:t>
            </a:r>
            <a:endParaRPr/>
          </a:p>
          <a:p>
            <a:pPr indent="-283210" lvl="0" marL="365760" rtl="0" algn="l">
              <a:spcBef>
                <a:spcPts val="560"/>
              </a:spcBef>
              <a:spcAft>
                <a:spcPts val="0"/>
              </a:spcAft>
              <a:buClr>
                <a:schemeClr val="lt1"/>
              </a:buClr>
              <a:buSzPts val="2660"/>
              <a:buFont typeface="Noto Sans Symbols"/>
              <a:buNone/>
            </a:pPr>
            <a:r>
              <a:t/>
            </a:r>
            <a:endParaRPr sz="2800"/>
          </a:p>
          <a:p>
            <a:pPr indent="-283210" lvl="0" marL="365760" rtl="0" algn="l">
              <a:spcBef>
                <a:spcPts val="560"/>
              </a:spcBef>
              <a:spcAft>
                <a:spcPts val="0"/>
              </a:spcAft>
              <a:buClr>
                <a:schemeClr val="lt1"/>
              </a:buClr>
              <a:buSzPts val="2660"/>
              <a:buFont typeface="Noto Sans Symbols"/>
              <a:buNone/>
            </a:pPr>
            <a:r>
              <a:rPr lang="en-US" sz="2800">
                <a:solidFill>
                  <a:srgbClr val="FF0000"/>
                </a:solidFill>
              </a:rPr>
              <a:t>   &lt;body background=“hi.jpg” bgcolor=“blue”&gt;&lt;/body&gt;</a:t>
            </a:r>
            <a:endParaRPr/>
          </a:p>
          <a:p>
            <a:pPr indent="-283210" lvl="0" marL="365760" rtl="0" algn="l">
              <a:spcBef>
                <a:spcPts val="520"/>
              </a:spcBef>
              <a:spcAft>
                <a:spcPts val="0"/>
              </a:spcAft>
              <a:buClr>
                <a:schemeClr val="lt1"/>
              </a:buClr>
              <a:buSzPts val="2470"/>
              <a:buFont typeface="Noto Sans Symbols"/>
              <a:buNone/>
            </a:pPr>
            <a:r>
              <a:t/>
            </a:r>
            <a:endParaRPr>
              <a:solidFill>
                <a:srgbClr val="FF0000"/>
              </a:solidFill>
            </a:endParaRPr>
          </a:p>
          <a:p>
            <a:pPr indent="-283210" lvl="0" marL="365760" rtl="0" algn="l">
              <a:spcBef>
                <a:spcPts val="520"/>
              </a:spcBef>
              <a:spcAft>
                <a:spcPts val="0"/>
              </a:spcAft>
              <a:buClr>
                <a:schemeClr val="lt1"/>
              </a:buClr>
              <a:buSzPts val="2470"/>
              <a:buFont typeface="Noto Sans Symbols"/>
              <a:buNone/>
            </a:pPr>
            <a:r>
              <a:rPr lang="en-US"/>
              <a:t>	</a:t>
            </a:r>
            <a:endParaRPr/>
          </a:p>
          <a:p>
            <a:pPr indent="-126364" lvl="0" marL="365760" rtl="0" algn="l">
              <a:spcBef>
                <a:spcPts val="520"/>
              </a:spcBef>
              <a:spcAft>
                <a:spcPts val="0"/>
              </a:spcAft>
              <a:buSzPts val="247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type="title"/>
          </p:nvPr>
        </p:nvSpPr>
        <p:spPr>
          <a:xfrm>
            <a:off x="457200" y="838200"/>
            <a:ext cx="8229600" cy="12954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onstantia"/>
              <a:buNone/>
            </a:pPr>
            <a:r>
              <a:rPr lang="en-US">
                <a:latin typeface="Constantia"/>
                <a:ea typeface="Constantia"/>
                <a:cs typeface="Constantia"/>
                <a:sym typeface="Constantia"/>
              </a:rPr>
              <a:t>Headings, Paragraphs, Breaks &amp; Horizontal rules</a:t>
            </a:r>
            <a:endParaRPr>
              <a:latin typeface="Constantia"/>
              <a:ea typeface="Constantia"/>
              <a:cs typeface="Constantia"/>
              <a:sym typeface="Constantia"/>
            </a:endParaRPr>
          </a:p>
        </p:txBody>
      </p:sp>
      <p:sp>
        <p:nvSpPr>
          <p:cNvPr id="192" name="Google Shape;192;p28"/>
          <p:cNvSpPr txBox="1"/>
          <p:nvPr>
            <p:ph idx="1" type="body"/>
          </p:nvPr>
        </p:nvSpPr>
        <p:spPr>
          <a:xfrm>
            <a:off x="457200" y="2209800"/>
            <a:ext cx="8229600" cy="4389120"/>
          </a:xfrm>
          <a:prstGeom prst="rect">
            <a:avLst/>
          </a:prstGeom>
          <a:noFill/>
          <a:ln>
            <a:noFill/>
          </a:ln>
        </p:spPr>
        <p:txBody>
          <a:bodyPr anchorCtr="0" anchor="t" bIns="45700" lIns="91425" spcFirstLastPara="1" rIns="91425" wrap="square" tIns="45700">
            <a:normAutofit/>
          </a:bodyPr>
          <a:lstStyle/>
          <a:p>
            <a:pPr indent="-609600" lvl="0" marL="609600" rtl="0" algn="l">
              <a:spcBef>
                <a:spcPts val="0"/>
              </a:spcBef>
              <a:spcAft>
                <a:spcPts val="0"/>
              </a:spcAft>
              <a:buClr>
                <a:schemeClr val="dk1"/>
              </a:buClr>
              <a:buSzPts val="2470"/>
              <a:buFont typeface="Constantia"/>
              <a:buNone/>
            </a:pPr>
            <a:r>
              <a:rPr lang="en-US"/>
              <a:t>In this chapter you will add headings to your page, insert paragraphs, add some breaks, and add horizontal rules.</a:t>
            </a:r>
            <a:endParaRPr/>
          </a:p>
          <a:p>
            <a:pPr indent="-609600" lvl="0" marL="609600" rtl="0" algn="l">
              <a:spcBef>
                <a:spcPts val="520"/>
              </a:spcBef>
              <a:spcAft>
                <a:spcPts val="0"/>
              </a:spcAft>
              <a:buClr>
                <a:schemeClr val="dk1"/>
              </a:buClr>
              <a:buSzPts val="2470"/>
              <a:buFont typeface="Constantia"/>
              <a:buNone/>
            </a:pPr>
            <a:r>
              <a:rPr b="1" lang="en-US"/>
              <a:t>Objectives</a:t>
            </a:r>
            <a:endParaRPr/>
          </a:p>
          <a:p>
            <a:pPr indent="-609600" lvl="0" marL="609600" rtl="0" algn="l">
              <a:spcBef>
                <a:spcPts val="520"/>
              </a:spcBef>
              <a:spcAft>
                <a:spcPts val="0"/>
              </a:spcAft>
              <a:buClr>
                <a:schemeClr val="dk1"/>
              </a:buClr>
              <a:buSzPts val="2470"/>
              <a:buFont typeface="Constantia"/>
              <a:buNone/>
            </a:pPr>
            <a:r>
              <a:rPr lang="en-US"/>
              <a:t>Upon completing this section, you should be able to</a:t>
            </a:r>
            <a:endParaRPr/>
          </a:p>
          <a:p>
            <a:pPr indent="-609600" lvl="0" marL="609600" rtl="0" algn="l">
              <a:spcBef>
                <a:spcPts val="520"/>
              </a:spcBef>
              <a:spcAft>
                <a:spcPts val="0"/>
              </a:spcAft>
              <a:buClr>
                <a:schemeClr val="dk1"/>
              </a:buClr>
              <a:buSzPts val="2470"/>
              <a:buFont typeface="Arial"/>
              <a:buAutoNum type="arabicPeriod"/>
            </a:pPr>
            <a:r>
              <a:rPr lang="en-US"/>
              <a:t>List and describe the different Heading elements.</a:t>
            </a:r>
            <a:endParaRPr/>
          </a:p>
          <a:p>
            <a:pPr indent="-609600" lvl="0" marL="609600" rtl="0" algn="l">
              <a:spcBef>
                <a:spcPts val="520"/>
              </a:spcBef>
              <a:spcAft>
                <a:spcPts val="0"/>
              </a:spcAft>
              <a:buClr>
                <a:schemeClr val="dk1"/>
              </a:buClr>
              <a:buSzPts val="2470"/>
              <a:buFont typeface="Arial"/>
              <a:buAutoNum type="arabicPeriod"/>
            </a:pPr>
            <a:r>
              <a:rPr lang="en-US"/>
              <a:t>Use Paragraphs to add text to a document.</a:t>
            </a:r>
            <a:endParaRPr/>
          </a:p>
          <a:p>
            <a:pPr indent="-609600" lvl="0" marL="609600" rtl="0" algn="l">
              <a:spcBef>
                <a:spcPts val="520"/>
              </a:spcBef>
              <a:spcAft>
                <a:spcPts val="0"/>
              </a:spcAft>
              <a:buClr>
                <a:schemeClr val="dk1"/>
              </a:buClr>
              <a:buSzPts val="2470"/>
              <a:buFont typeface="Arial"/>
              <a:buAutoNum type="arabicPeriod"/>
            </a:pPr>
            <a:r>
              <a:rPr lang="en-US"/>
              <a:t>Insert breaks where necessary.</a:t>
            </a:r>
            <a:endParaRPr/>
          </a:p>
          <a:p>
            <a:pPr indent="-609600" lvl="0" marL="609600" rtl="0" algn="l">
              <a:spcBef>
                <a:spcPts val="520"/>
              </a:spcBef>
              <a:spcAft>
                <a:spcPts val="0"/>
              </a:spcAft>
              <a:buClr>
                <a:schemeClr val="dk1"/>
              </a:buClr>
              <a:buSzPts val="2470"/>
              <a:buFont typeface="Arial"/>
              <a:buAutoNum type="arabicPeriod"/>
            </a:pPr>
            <a:r>
              <a:rPr lang="en-US"/>
              <a:t>Add a Horizontal Rule.</a:t>
            </a:r>
            <a:endParaRPr/>
          </a:p>
          <a:p>
            <a:pPr indent="-126364" lvl="0" marL="365760" rtl="0" algn="l">
              <a:spcBef>
                <a:spcPts val="520"/>
              </a:spcBef>
              <a:spcAft>
                <a:spcPts val="0"/>
              </a:spcAft>
              <a:buClr>
                <a:schemeClr val="dk1"/>
              </a:buClr>
              <a:buSzPts val="2470"/>
              <a:buNone/>
            </a:pPr>
            <a:r>
              <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Headings</a:t>
            </a:r>
            <a:endParaRPr>
              <a:latin typeface="Constantia"/>
              <a:ea typeface="Constantia"/>
              <a:cs typeface="Constantia"/>
              <a:sym typeface="Constantia"/>
            </a:endParaRPr>
          </a:p>
        </p:txBody>
      </p:sp>
      <p:sp>
        <p:nvSpPr>
          <p:cNvPr id="198" name="Google Shape;198;p29"/>
          <p:cNvSpPr txBox="1"/>
          <p:nvPr>
            <p:ph idx="1" type="body"/>
          </p:nvPr>
        </p:nvSpPr>
        <p:spPr>
          <a:xfrm>
            <a:off x="457200" y="1676400"/>
            <a:ext cx="4953000" cy="4876800"/>
          </a:xfrm>
          <a:prstGeom prst="rect">
            <a:avLst/>
          </a:prstGeom>
          <a:noFill/>
          <a:ln>
            <a:noFill/>
          </a:ln>
        </p:spPr>
        <p:txBody>
          <a:bodyPr anchorCtr="0" anchor="t" bIns="45700" lIns="91425" spcFirstLastPara="1" rIns="91425" wrap="square" tIns="45700">
            <a:normAutofit fontScale="92500" lnSpcReduction="10000"/>
          </a:bodyPr>
          <a:lstStyle/>
          <a:p>
            <a:pPr indent="-283210" lvl="0" marL="365760" rtl="0" algn="l">
              <a:lnSpc>
                <a:spcPct val="90000"/>
              </a:lnSpc>
              <a:spcBef>
                <a:spcPts val="0"/>
              </a:spcBef>
              <a:spcAft>
                <a:spcPts val="0"/>
              </a:spcAft>
              <a:buClr>
                <a:schemeClr val="accent1"/>
              </a:buClr>
              <a:buSzPct val="79999"/>
              <a:buNone/>
            </a:pPr>
            <a:r>
              <a:rPr lang="en-US">
                <a:latin typeface="Constantia"/>
                <a:ea typeface="Constantia"/>
                <a:cs typeface="Constantia"/>
                <a:sym typeface="Constantia"/>
              </a:rPr>
              <a:t>&lt;html&gt;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&lt;head&gt;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&lt;title&gt; Example Page&lt;/title&gt;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&lt;/head&gt;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&lt;body&gt;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&lt;h1&gt; Heading 1 &lt;/h1&gt;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&lt;h2&gt; Heading 2 &lt;/h2&gt;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&lt;h3&gt; Heading 3 &lt;/h3&gt;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&lt;h4&gt; Heading 4 &lt;/h4&gt;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&lt;h5&gt; Heading 5 &lt;/h5&gt;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&lt;h6&gt; Heading 6 &lt;/h6&gt;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&lt;/body&gt;</a:t>
            </a:r>
            <a:endParaRPr/>
          </a:p>
          <a:p>
            <a:pPr indent="-283210" lvl="0" marL="365760" rtl="0" algn="l">
              <a:lnSpc>
                <a:spcPct val="90000"/>
              </a:lnSpc>
              <a:spcBef>
                <a:spcPts val="600"/>
              </a:spcBef>
              <a:spcAft>
                <a:spcPts val="0"/>
              </a:spcAft>
              <a:buClr>
                <a:schemeClr val="accent1"/>
              </a:buClr>
              <a:buSzPct val="79999"/>
              <a:buNone/>
            </a:pPr>
            <a:r>
              <a:rPr lang="en-US">
                <a:latin typeface="Constantia"/>
                <a:ea typeface="Constantia"/>
                <a:cs typeface="Constantia"/>
                <a:sym typeface="Constantia"/>
              </a:rPr>
              <a:t>&lt;/html&gt;</a:t>
            </a:r>
            <a:endParaRPr/>
          </a:p>
          <a:p>
            <a:pPr indent="-161036" lvl="0" marL="365760" rtl="0" algn="l">
              <a:lnSpc>
                <a:spcPct val="90000"/>
              </a:lnSpc>
              <a:spcBef>
                <a:spcPts val="600"/>
              </a:spcBef>
              <a:spcAft>
                <a:spcPts val="0"/>
              </a:spcAft>
              <a:buClr>
                <a:schemeClr val="accent1"/>
              </a:buClr>
              <a:buSzPct val="79999"/>
              <a:buNone/>
            </a:pPr>
            <a:r>
              <a:t/>
            </a:r>
            <a:endParaRPr>
              <a:latin typeface="Constantia"/>
              <a:ea typeface="Constantia"/>
              <a:cs typeface="Constantia"/>
              <a:sym typeface="Constantia"/>
            </a:endParaRPr>
          </a:p>
          <a:p>
            <a:pPr indent="-129238" lvl="0" marL="274320" rtl="0" algn="l">
              <a:spcBef>
                <a:spcPts val="481"/>
              </a:spcBef>
              <a:spcAft>
                <a:spcPts val="0"/>
              </a:spcAft>
              <a:buSzPct val="95000"/>
              <a:buNone/>
            </a:pPr>
            <a:r>
              <a:t/>
            </a:r>
            <a:endParaRPr>
              <a:latin typeface="Constantia"/>
              <a:ea typeface="Constantia"/>
              <a:cs typeface="Constantia"/>
              <a:sym typeface="Constantia"/>
            </a:endParaRPr>
          </a:p>
        </p:txBody>
      </p:sp>
      <p:sp>
        <p:nvSpPr>
          <p:cNvPr id="199" name="Google Shape;199;p29"/>
          <p:cNvSpPr txBox="1"/>
          <p:nvPr/>
        </p:nvSpPr>
        <p:spPr>
          <a:xfrm>
            <a:off x="5638800" y="1219200"/>
            <a:ext cx="3124200" cy="54102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normAutofit/>
          </a:bodyPr>
          <a:lstStyle/>
          <a:p>
            <a:pPr indent="-283210" lvl="0" marL="365760" marR="0" rtl="0" algn="l">
              <a:spcBef>
                <a:spcPts val="0"/>
              </a:spcBef>
              <a:spcAft>
                <a:spcPts val="0"/>
              </a:spcAft>
              <a:buNone/>
            </a:pPr>
            <a:r>
              <a:t/>
            </a:r>
            <a:endParaRPr b="1" sz="3600">
              <a:solidFill>
                <a:schemeClr val="dk2"/>
              </a:solidFill>
              <a:latin typeface="Constantia"/>
              <a:ea typeface="Constantia"/>
              <a:cs typeface="Constantia"/>
              <a:sym typeface="Constantia"/>
            </a:endParaRPr>
          </a:p>
          <a:p>
            <a:pPr indent="-283210" lvl="0" marL="365760" marR="0" rtl="0" algn="l">
              <a:spcBef>
                <a:spcPts val="600"/>
              </a:spcBef>
              <a:spcAft>
                <a:spcPts val="0"/>
              </a:spcAft>
              <a:buNone/>
            </a:pPr>
            <a:r>
              <a:t/>
            </a:r>
            <a:endParaRPr b="1" sz="3600">
              <a:solidFill>
                <a:schemeClr val="dk2"/>
              </a:solidFill>
              <a:latin typeface="Constantia"/>
              <a:ea typeface="Constantia"/>
              <a:cs typeface="Constantia"/>
              <a:sym typeface="Constantia"/>
            </a:endParaRPr>
          </a:p>
          <a:p>
            <a:pPr indent="-283210" lvl="0" marL="365760" marR="0" rtl="0" algn="l">
              <a:spcBef>
                <a:spcPts val="600"/>
              </a:spcBef>
              <a:spcAft>
                <a:spcPts val="0"/>
              </a:spcAft>
              <a:buNone/>
            </a:pPr>
            <a:r>
              <a:rPr b="1" lang="en-US" sz="3600">
                <a:solidFill>
                  <a:schemeClr val="dk2"/>
                </a:solidFill>
                <a:latin typeface="Constantia"/>
                <a:ea typeface="Constantia"/>
                <a:cs typeface="Constantia"/>
                <a:sym typeface="Constantia"/>
              </a:rPr>
              <a:t>Heading 1</a:t>
            </a:r>
            <a:endParaRPr/>
          </a:p>
          <a:p>
            <a:pPr indent="-283210" lvl="0" marL="365760" marR="0" rtl="0" algn="l">
              <a:spcBef>
                <a:spcPts val="600"/>
              </a:spcBef>
              <a:spcAft>
                <a:spcPts val="0"/>
              </a:spcAft>
              <a:buNone/>
            </a:pPr>
            <a:r>
              <a:rPr b="1" lang="en-US" sz="3200">
                <a:solidFill>
                  <a:schemeClr val="dk2"/>
                </a:solidFill>
                <a:latin typeface="Constantia"/>
                <a:ea typeface="Constantia"/>
                <a:cs typeface="Constantia"/>
                <a:sym typeface="Constantia"/>
              </a:rPr>
              <a:t>Heading 2</a:t>
            </a:r>
            <a:endParaRPr/>
          </a:p>
          <a:p>
            <a:pPr indent="-283210" lvl="0" marL="365760" marR="0" rtl="0" algn="l">
              <a:spcBef>
                <a:spcPts val="600"/>
              </a:spcBef>
              <a:spcAft>
                <a:spcPts val="0"/>
              </a:spcAft>
              <a:buNone/>
            </a:pPr>
            <a:r>
              <a:rPr b="1" lang="en-US" sz="2800">
                <a:solidFill>
                  <a:schemeClr val="dk2"/>
                </a:solidFill>
                <a:latin typeface="Constantia"/>
                <a:ea typeface="Constantia"/>
                <a:cs typeface="Constantia"/>
                <a:sym typeface="Constantia"/>
              </a:rPr>
              <a:t>Heading 3</a:t>
            </a:r>
            <a:endParaRPr/>
          </a:p>
          <a:p>
            <a:pPr indent="-283210" lvl="0" marL="365760" marR="0" rtl="0" algn="l">
              <a:spcBef>
                <a:spcPts val="600"/>
              </a:spcBef>
              <a:spcAft>
                <a:spcPts val="0"/>
              </a:spcAft>
              <a:buNone/>
            </a:pPr>
            <a:r>
              <a:rPr b="1" lang="en-US" sz="2400">
                <a:solidFill>
                  <a:schemeClr val="dk2"/>
                </a:solidFill>
                <a:latin typeface="Constantia"/>
                <a:ea typeface="Constantia"/>
                <a:cs typeface="Constantia"/>
                <a:sym typeface="Constantia"/>
              </a:rPr>
              <a:t>Heading 4</a:t>
            </a:r>
            <a:endParaRPr/>
          </a:p>
          <a:p>
            <a:pPr indent="-283210" lvl="0" marL="365760" marR="0" rtl="0" algn="l">
              <a:spcBef>
                <a:spcPts val="600"/>
              </a:spcBef>
              <a:spcAft>
                <a:spcPts val="0"/>
              </a:spcAft>
              <a:buNone/>
            </a:pPr>
            <a:r>
              <a:rPr b="1" lang="en-US" sz="2000">
                <a:solidFill>
                  <a:schemeClr val="dk2"/>
                </a:solidFill>
                <a:latin typeface="Constantia"/>
                <a:ea typeface="Constantia"/>
                <a:cs typeface="Constantia"/>
                <a:sym typeface="Constantia"/>
              </a:rPr>
              <a:t>Heading 5</a:t>
            </a:r>
            <a:endParaRPr/>
          </a:p>
          <a:p>
            <a:pPr indent="-283210" lvl="0" marL="365760" marR="0" rtl="0" algn="l">
              <a:spcBef>
                <a:spcPts val="600"/>
              </a:spcBef>
              <a:spcAft>
                <a:spcPts val="0"/>
              </a:spcAft>
              <a:buNone/>
            </a:pPr>
            <a:r>
              <a:rPr b="1" lang="en-US" sz="1800">
                <a:solidFill>
                  <a:schemeClr val="dk2"/>
                </a:solidFill>
                <a:latin typeface="Constantia"/>
                <a:ea typeface="Constantia"/>
                <a:cs typeface="Constantia"/>
                <a:sym typeface="Constantia"/>
              </a:rPr>
              <a:t>Heading 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Attributes of heading tag</a:t>
            </a:r>
            <a:endParaRPr>
              <a:latin typeface="Constantia"/>
              <a:ea typeface="Constantia"/>
              <a:cs typeface="Constantia"/>
              <a:sym typeface="Constantia"/>
            </a:endParaRPr>
          </a:p>
        </p:txBody>
      </p:sp>
      <p:sp>
        <p:nvSpPr>
          <p:cNvPr id="205" name="Google Shape;205;p3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Align is the only attribute of heading tag.</a:t>
            </a:r>
            <a:endParaRPr/>
          </a:p>
          <a:p>
            <a:pPr indent="-274320" lvl="0" marL="274320" rtl="0" algn="l">
              <a:spcBef>
                <a:spcPts val="520"/>
              </a:spcBef>
              <a:spcAft>
                <a:spcPts val="0"/>
              </a:spcAft>
              <a:buSzPts val="2470"/>
              <a:buChar char="⚫"/>
            </a:pPr>
            <a:r>
              <a:rPr lang="en-US"/>
              <a:t>Align=“left” , “right” , “center”.</a:t>
            </a:r>
            <a:endParaRPr/>
          </a:p>
          <a:p>
            <a:pPr indent="-274320" lvl="0" marL="274320" rtl="0" algn="l">
              <a:spcBef>
                <a:spcPts val="520"/>
              </a:spcBef>
              <a:spcAft>
                <a:spcPts val="0"/>
              </a:spcAft>
              <a:buSzPts val="2470"/>
              <a:buChar char="⚫"/>
            </a:pPr>
            <a:r>
              <a:rPr lang="en-US"/>
              <a:t>Default will be left.</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a:p>
            <a:pPr indent="-274320" lvl="0" marL="274320" rtl="0" algn="ctr">
              <a:spcBef>
                <a:spcPts val="880"/>
              </a:spcBef>
              <a:spcAft>
                <a:spcPts val="0"/>
              </a:spcAft>
              <a:buSzPts val="4180"/>
              <a:buNone/>
            </a:pPr>
            <a:r>
              <a:rPr lang="en-US" sz="4400"/>
              <a:t>&lt;h1 align=“right”&gt;   text   &lt;/h1&gt;</a:t>
            </a:r>
            <a:endParaRPr sz="4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Paragraphs , &lt;p&gt; &lt;/p&gt;</a:t>
            </a:r>
            <a:endParaRPr>
              <a:latin typeface="Constantia"/>
              <a:ea typeface="Constantia"/>
              <a:cs typeface="Constantia"/>
              <a:sym typeface="Constantia"/>
            </a:endParaRPr>
          </a:p>
        </p:txBody>
      </p:sp>
      <p:sp>
        <p:nvSpPr>
          <p:cNvPr id="211" name="Google Shape;211;p31"/>
          <p:cNvSpPr txBox="1"/>
          <p:nvPr>
            <p:ph idx="1" type="body"/>
          </p:nvPr>
        </p:nvSpPr>
        <p:spPr>
          <a:xfrm>
            <a:off x="457200" y="21336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470"/>
              <a:buChar char="⚫"/>
            </a:pPr>
            <a:r>
              <a:rPr lang="en-US"/>
              <a:t>Paragraphs allow you to add text to a document in such a way that it will automatically adjust the end of line to suite the window size of the browser in which it is being displayed. Each line of text will stretch the entire length of the window.</a:t>
            </a:r>
            <a:endParaRPr/>
          </a:p>
          <a:p>
            <a:pPr indent="-274320" lvl="0" marL="274320" rtl="0" algn="l">
              <a:lnSpc>
                <a:spcPct val="150000"/>
              </a:lnSpc>
              <a:spcBef>
                <a:spcPts val="520"/>
              </a:spcBef>
              <a:spcAft>
                <a:spcPts val="0"/>
              </a:spcAft>
              <a:buSzPts val="2470"/>
              <a:buChar char="⚫"/>
            </a:pPr>
            <a:r>
              <a:rPr lang="en-US"/>
              <a:t>Align is the attribute of paragraph tag.</a:t>
            </a:r>
            <a:endParaRPr/>
          </a:p>
          <a:p>
            <a:pPr indent="-274320" lvl="0" marL="274320" rtl="0" algn="l">
              <a:lnSpc>
                <a:spcPct val="150000"/>
              </a:lnSpc>
              <a:spcBef>
                <a:spcPts val="520"/>
              </a:spcBef>
              <a:spcAft>
                <a:spcPts val="0"/>
              </a:spcAft>
              <a:buSzPts val="247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ph type="title"/>
          </p:nvPr>
        </p:nvSpPr>
        <p:spPr>
          <a:xfrm>
            <a:off x="685800" y="3048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Paragraphs , &lt;p&gt; &lt;/p&gt;</a:t>
            </a:r>
            <a:endParaRPr>
              <a:latin typeface="Constantia"/>
              <a:ea typeface="Constantia"/>
              <a:cs typeface="Constantia"/>
              <a:sym typeface="Constantia"/>
            </a:endParaRPr>
          </a:p>
        </p:txBody>
      </p:sp>
      <p:sp>
        <p:nvSpPr>
          <p:cNvPr id="217" name="Google Shape;217;p32"/>
          <p:cNvSpPr txBox="1"/>
          <p:nvPr>
            <p:ph idx="1" type="body"/>
          </p:nvPr>
        </p:nvSpPr>
        <p:spPr>
          <a:xfrm>
            <a:off x="457200" y="1676400"/>
            <a:ext cx="8229600" cy="487680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lnSpc>
                <a:spcPct val="90000"/>
              </a:lnSpc>
              <a:spcBef>
                <a:spcPts val="0"/>
              </a:spcBef>
              <a:spcAft>
                <a:spcPts val="0"/>
              </a:spcAft>
              <a:buSzPct val="95000"/>
              <a:buFont typeface="Constantia"/>
              <a:buNone/>
            </a:pPr>
            <a:r>
              <a:rPr lang="en-US" sz="2800"/>
              <a:t>&lt;HTML&gt;&lt;HEAD&gt;</a:t>
            </a:r>
            <a:endParaRPr/>
          </a:p>
          <a:p>
            <a:pPr indent="-274320" lvl="0" marL="274320" rtl="0" algn="l">
              <a:lnSpc>
                <a:spcPct val="90000"/>
              </a:lnSpc>
              <a:spcBef>
                <a:spcPts val="434"/>
              </a:spcBef>
              <a:spcAft>
                <a:spcPts val="0"/>
              </a:spcAft>
              <a:buSzPct val="95000"/>
              <a:buFont typeface="Constantia"/>
              <a:buNone/>
            </a:pPr>
            <a:r>
              <a:rPr lang="en-US" sz="2800"/>
              <a:t>&lt;TITLE&gt; Example Page&lt;/TITLE&gt;</a:t>
            </a:r>
            <a:endParaRPr/>
          </a:p>
          <a:p>
            <a:pPr indent="-274320" lvl="0" marL="274320" rtl="0" algn="l">
              <a:lnSpc>
                <a:spcPct val="90000"/>
              </a:lnSpc>
              <a:spcBef>
                <a:spcPts val="434"/>
              </a:spcBef>
              <a:spcAft>
                <a:spcPts val="0"/>
              </a:spcAft>
              <a:buSzPct val="95000"/>
              <a:buFont typeface="Constantia"/>
              <a:buNone/>
            </a:pPr>
            <a:r>
              <a:rPr lang="en-US" sz="2800"/>
              <a:t>&lt;/HEAD&gt;</a:t>
            </a:r>
            <a:endParaRPr/>
          </a:p>
          <a:p>
            <a:pPr indent="-274320" lvl="0" marL="274320" rtl="0" algn="l">
              <a:lnSpc>
                <a:spcPct val="90000"/>
              </a:lnSpc>
              <a:spcBef>
                <a:spcPts val="434"/>
              </a:spcBef>
              <a:spcAft>
                <a:spcPts val="0"/>
              </a:spcAft>
              <a:buSzPct val="95000"/>
              <a:buFont typeface="Constantia"/>
              <a:buNone/>
            </a:pPr>
            <a:r>
              <a:rPr lang="en-US" sz="2800"/>
              <a:t>&lt;BODY&gt;&lt;/H1&gt; Heading 1 &lt;/H1&gt;</a:t>
            </a:r>
            <a:endParaRPr/>
          </a:p>
          <a:p>
            <a:pPr indent="-274320" lvl="0" marL="274320" rtl="0" algn="l">
              <a:lnSpc>
                <a:spcPct val="90000"/>
              </a:lnSpc>
              <a:spcBef>
                <a:spcPts val="434"/>
              </a:spcBef>
              <a:spcAft>
                <a:spcPts val="0"/>
              </a:spcAft>
              <a:buSzPct val="95000"/>
              <a:buFont typeface="Constantia"/>
              <a:buNone/>
            </a:pPr>
            <a:r>
              <a:rPr lang="en-US" sz="2800"/>
              <a:t>&lt;P&gt; Paragraph 1, ….&lt;/P&gt;</a:t>
            </a:r>
            <a:endParaRPr/>
          </a:p>
          <a:p>
            <a:pPr indent="-274320" lvl="0" marL="274320" rtl="0" algn="l">
              <a:lnSpc>
                <a:spcPct val="90000"/>
              </a:lnSpc>
              <a:spcBef>
                <a:spcPts val="434"/>
              </a:spcBef>
              <a:spcAft>
                <a:spcPts val="0"/>
              </a:spcAft>
              <a:buSzPct val="95000"/>
              <a:buFont typeface="Constantia"/>
              <a:buNone/>
            </a:pPr>
            <a:r>
              <a:rPr lang="en-US" sz="2800"/>
              <a:t>&lt;H2&gt; Heading 2 &lt;/H2&gt;</a:t>
            </a:r>
            <a:endParaRPr/>
          </a:p>
          <a:p>
            <a:pPr indent="-274320" lvl="0" marL="274320" rtl="0" algn="l">
              <a:lnSpc>
                <a:spcPct val="90000"/>
              </a:lnSpc>
              <a:spcBef>
                <a:spcPts val="434"/>
              </a:spcBef>
              <a:spcAft>
                <a:spcPts val="0"/>
              </a:spcAft>
              <a:buSzPct val="95000"/>
              <a:buFont typeface="Constantia"/>
              <a:buNone/>
            </a:pPr>
            <a:r>
              <a:rPr lang="en-US" sz="2800"/>
              <a:t>&lt;P&gt; Paragraph 2, ….&lt;/P&gt;</a:t>
            </a:r>
            <a:endParaRPr/>
          </a:p>
          <a:p>
            <a:pPr indent="-274320" lvl="0" marL="274320" rtl="0" algn="l">
              <a:lnSpc>
                <a:spcPct val="90000"/>
              </a:lnSpc>
              <a:spcBef>
                <a:spcPts val="434"/>
              </a:spcBef>
              <a:spcAft>
                <a:spcPts val="0"/>
              </a:spcAft>
              <a:buSzPct val="95000"/>
              <a:buFont typeface="Constantia"/>
              <a:buNone/>
            </a:pPr>
            <a:r>
              <a:rPr lang="en-US" sz="2800"/>
              <a:t>&lt;H3&gt; Heading 3 &lt;/H3&gt;</a:t>
            </a:r>
            <a:endParaRPr/>
          </a:p>
          <a:p>
            <a:pPr indent="-274320" lvl="0" marL="274320" rtl="0" algn="l">
              <a:lnSpc>
                <a:spcPct val="90000"/>
              </a:lnSpc>
              <a:spcBef>
                <a:spcPts val="434"/>
              </a:spcBef>
              <a:spcAft>
                <a:spcPts val="0"/>
              </a:spcAft>
              <a:buSzPct val="95000"/>
              <a:buFont typeface="Constantia"/>
              <a:buNone/>
            </a:pPr>
            <a:r>
              <a:rPr lang="en-US" sz="2800"/>
              <a:t>&lt;P&gt; Paragraph 3, ….&lt;/P&gt;</a:t>
            </a:r>
            <a:endParaRPr/>
          </a:p>
          <a:p>
            <a:pPr indent="-274320" lvl="0" marL="274320" rtl="0" algn="l">
              <a:lnSpc>
                <a:spcPct val="90000"/>
              </a:lnSpc>
              <a:spcBef>
                <a:spcPts val="434"/>
              </a:spcBef>
              <a:spcAft>
                <a:spcPts val="0"/>
              </a:spcAft>
              <a:buSzPct val="95000"/>
              <a:buFont typeface="Constantia"/>
              <a:buNone/>
            </a:pPr>
            <a:r>
              <a:rPr lang="en-US" sz="2800"/>
              <a:t>&lt;H4&gt; Heading 4 &lt;/H4&gt;</a:t>
            </a:r>
            <a:endParaRPr/>
          </a:p>
          <a:p>
            <a:pPr indent="-274320" lvl="0" marL="274320" rtl="0" algn="l">
              <a:lnSpc>
                <a:spcPct val="90000"/>
              </a:lnSpc>
              <a:spcBef>
                <a:spcPts val="434"/>
              </a:spcBef>
              <a:spcAft>
                <a:spcPts val="0"/>
              </a:spcAft>
              <a:buSzPct val="95000"/>
              <a:buFont typeface="Constantia"/>
              <a:buNone/>
            </a:pPr>
            <a:r>
              <a:rPr lang="en-US" sz="2800"/>
              <a:t>&lt;P&gt; Paragraph 4, ….&lt;/P&gt;</a:t>
            </a:r>
            <a:endParaRPr/>
          </a:p>
          <a:p>
            <a:pPr indent="-274320" lvl="0" marL="274320" rtl="0" algn="l">
              <a:lnSpc>
                <a:spcPct val="90000"/>
              </a:lnSpc>
              <a:spcBef>
                <a:spcPts val="434"/>
              </a:spcBef>
              <a:spcAft>
                <a:spcPts val="0"/>
              </a:spcAft>
              <a:buSzPct val="95000"/>
              <a:buFont typeface="Constantia"/>
              <a:buNone/>
            </a:pPr>
            <a:r>
              <a:rPr lang="en-US" sz="2800"/>
              <a:t>&lt;H5&gt; Heading 5 &lt;/H5&gt;</a:t>
            </a:r>
            <a:endParaRPr/>
          </a:p>
          <a:p>
            <a:pPr indent="-274320" lvl="0" marL="274320" rtl="0" algn="l">
              <a:lnSpc>
                <a:spcPct val="90000"/>
              </a:lnSpc>
              <a:spcBef>
                <a:spcPts val="434"/>
              </a:spcBef>
              <a:spcAft>
                <a:spcPts val="0"/>
              </a:spcAft>
              <a:buSzPct val="95000"/>
              <a:buFont typeface="Constantia"/>
              <a:buNone/>
            </a:pPr>
            <a:r>
              <a:rPr lang="en-US" sz="2800"/>
              <a:t>&lt;P&gt; Paragraph 5, ….&lt;/P&gt;</a:t>
            </a:r>
            <a:endParaRPr/>
          </a:p>
          <a:p>
            <a:pPr indent="-274320" lvl="0" marL="274320" rtl="0" algn="l">
              <a:lnSpc>
                <a:spcPct val="90000"/>
              </a:lnSpc>
              <a:spcBef>
                <a:spcPts val="434"/>
              </a:spcBef>
              <a:spcAft>
                <a:spcPts val="0"/>
              </a:spcAft>
              <a:buSzPct val="95000"/>
              <a:buFont typeface="Constantia"/>
              <a:buNone/>
            </a:pPr>
            <a:r>
              <a:rPr lang="en-US" sz="2800"/>
              <a:t>&lt;H6&gt; Heading 6&lt;/H6&gt;</a:t>
            </a:r>
            <a:endParaRPr/>
          </a:p>
          <a:p>
            <a:pPr indent="-274320" lvl="0" marL="274320" rtl="0" algn="l">
              <a:lnSpc>
                <a:spcPct val="90000"/>
              </a:lnSpc>
              <a:spcBef>
                <a:spcPts val="434"/>
              </a:spcBef>
              <a:spcAft>
                <a:spcPts val="0"/>
              </a:spcAft>
              <a:buSzPct val="95000"/>
              <a:buFont typeface="Constantia"/>
              <a:buNone/>
            </a:pPr>
            <a:r>
              <a:rPr lang="en-US" sz="2800"/>
              <a:t>&lt;P&gt; Paragraph 6, ….&lt;/P&gt;</a:t>
            </a:r>
            <a:endParaRPr/>
          </a:p>
          <a:p>
            <a:pPr indent="-274320" lvl="0" marL="274320" rtl="0" algn="l">
              <a:lnSpc>
                <a:spcPct val="90000"/>
              </a:lnSpc>
              <a:spcBef>
                <a:spcPts val="434"/>
              </a:spcBef>
              <a:spcAft>
                <a:spcPts val="0"/>
              </a:spcAft>
              <a:buSzPct val="95000"/>
              <a:buFont typeface="Constantia"/>
              <a:buNone/>
            </a:pPr>
            <a:r>
              <a:rPr lang="en-US" sz="2800"/>
              <a:t>&lt;/BODY&gt;&lt;/HTML&gt;</a:t>
            </a:r>
            <a:endParaRPr/>
          </a:p>
          <a:p>
            <a:pPr indent="-274320" lvl="0" marL="274320" rtl="0" algn="l">
              <a:lnSpc>
                <a:spcPct val="90000"/>
              </a:lnSpc>
              <a:spcBef>
                <a:spcPts val="434"/>
              </a:spcBef>
              <a:spcAft>
                <a:spcPts val="0"/>
              </a:spcAft>
              <a:buSzPct val="95000"/>
              <a:buFont typeface="Constantia"/>
              <a:buNone/>
            </a:pPr>
            <a:r>
              <a:t/>
            </a:r>
            <a:endParaRPr sz="2800"/>
          </a:p>
          <a:p>
            <a:pPr indent="-274320" lvl="0" marL="274320" rtl="0" algn="l">
              <a:lnSpc>
                <a:spcPct val="90000"/>
              </a:lnSpc>
              <a:spcBef>
                <a:spcPts val="372"/>
              </a:spcBef>
              <a:spcAft>
                <a:spcPts val="0"/>
              </a:spcAft>
              <a:buSzPct val="95000"/>
              <a:buFont typeface="Constantia"/>
              <a:buNone/>
            </a:pPr>
            <a:r>
              <a:t/>
            </a:r>
            <a:endParaRPr sz="2400"/>
          </a:p>
          <a:p>
            <a:pPr indent="-274320" lvl="0" marL="274320" rtl="0" algn="l">
              <a:lnSpc>
                <a:spcPct val="90000"/>
              </a:lnSpc>
              <a:spcBef>
                <a:spcPts val="372"/>
              </a:spcBef>
              <a:spcAft>
                <a:spcPts val="0"/>
              </a:spcAft>
              <a:buSzPct val="95000"/>
              <a:buFont typeface="Constantia"/>
              <a:buNone/>
            </a:pPr>
            <a:r>
              <a:t/>
            </a:r>
            <a:endParaRPr sz="2400"/>
          </a:p>
          <a:p>
            <a:pPr indent="-274320" lvl="0" marL="274320" rtl="0" algn="l">
              <a:lnSpc>
                <a:spcPct val="90000"/>
              </a:lnSpc>
              <a:spcBef>
                <a:spcPts val="372"/>
              </a:spcBef>
              <a:spcAft>
                <a:spcPts val="0"/>
              </a:spcAft>
              <a:buSzPct val="95000"/>
              <a:buFont typeface="Constantia"/>
              <a:buNone/>
            </a:pPr>
            <a:r>
              <a:t/>
            </a:r>
            <a:endParaRPr sz="2400"/>
          </a:p>
          <a:p>
            <a:pPr indent="-274320" lvl="0" marL="274320" rtl="0" algn="l">
              <a:lnSpc>
                <a:spcPct val="90000"/>
              </a:lnSpc>
              <a:spcBef>
                <a:spcPts val="372"/>
              </a:spcBef>
              <a:spcAft>
                <a:spcPts val="0"/>
              </a:spcAft>
              <a:buSzPct val="95000"/>
              <a:buFont typeface="Constantia"/>
              <a:buNone/>
            </a:pPr>
            <a:r>
              <a:t/>
            </a:r>
            <a:endParaRPr sz="2400"/>
          </a:p>
          <a:p>
            <a:pPr indent="-152765" lvl="0" marL="274320" rtl="0" algn="l">
              <a:spcBef>
                <a:spcPts val="403"/>
              </a:spcBef>
              <a:spcAft>
                <a:spcPts val="0"/>
              </a:spcAft>
              <a:buSzPct val="95000"/>
              <a:buNone/>
            </a:pPr>
            <a:r>
              <a:t/>
            </a:r>
            <a:endParaRPr/>
          </a:p>
        </p:txBody>
      </p:sp>
      <p:sp>
        <p:nvSpPr>
          <p:cNvPr id="218" name="Google Shape;218;p32"/>
          <p:cNvSpPr txBox="1"/>
          <p:nvPr/>
        </p:nvSpPr>
        <p:spPr>
          <a:xfrm>
            <a:off x="5334000" y="1828800"/>
            <a:ext cx="4033837" cy="5943600"/>
          </a:xfrm>
          <a:prstGeom prst="rect">
            <a:avLst/>
          </a:prstGeom>
          <a:noFill/>
          <a:ln>
            <a:noFill/>
          </a:ln>
        </p:spPr>
        <p:txBody>
          <a:bodyPr anchorCtr="0" anchor="t" bIns="45700" lIns="91425" spcFirstLastPara="1" rIns="91425" wrap="square" tIns="45700">
            <a:noAutofit/>
          </a:bodyPr>
          <a:lstStyle/>
          <a:p>
            <a:pPr indent="-274320" lvl="0" marL="274320" marR="0" rtl="0" algn="l">
              <a:spcBef>
                <a:spcPts val="0"/>
              </a:spcBef>
              <a:spcAft>
                <a:spcPts val="0"/>
              </a:spcAft>
              <a:buClr>
                <a:schemeClr val="accent3"/>
              </a:buClr>
              <a:buSzPts val="3040"/>
              <a:buFont typeface="Constantia"/>
              <a:buNone/>
            </a:pPr>
            <a:r>
              <a:rPr b="1" i="0" lang="en-US" sz="3200" u="none" cap="none" strike="noStrike">
                <a:solidFill>
                  <a:srgbClr val="990000"/>
                </a:solidFill>
                <a:latin typeface="Constantia"/>
                <a:ea typeface="Constantia"/>
                <a:cs typeface="Constantia"/>
                <a:sym typeface="Constantia"/>
              </a:rPr>
              <a:t>Heading 1</a:t>
            </a:r>
            <a:endParaRPr/>
          </a:p>
          <a:p>
            <a:pPr indent="-274320" lvl="0" marL="274320" marR="0" rtl="0" algn="l">
              <a:spcBef>
                <a:spcPts val="280"/>
              </a:spcBef>
              <a:spcAft>
                <a:spcPts val="0"/>
              </a:spcAft>
              <a:buClr>
                <a:schemeClr val="accent3"/>
              </a:buClr>
              <a:buSzPts val="1330"/>
              <a:buFont typeface="Constantia"/>
              <a:buNone/>
            </a:pPr>
            <a:r>
              <a:rPr b="0" i="0" lang="en-US" sz="1400" u="none" cap="none" strike="noStrike">
                <a:solidFill>
                  <a:srgbClr val="990000"/>
                </a:solidFill>
                <a:latin typeface="Constantia"/>
                <a:ea typeface="Constantia"/>
                <a:cs typeface="Constantia"/>
                <a:sym typeface="Constantia"/>
              </a:rPr>
              <a:t>Paragraph 1,….</a:t>
            </a:r>
            <a:endParaRPr/>
          </a:p>
          <a:p>
            <a:pPr indent="-274320" lvl="0" marL="274320" marR="0" rtl="0" algn="l">
              <a:spcBef>
                <a:spcPts val="520"/>
              </a:spcBef>
              <a:spcAft>
                <a:spcPts val="0"/>
              </a:spcAft>
              <a:buClr>
                <a:schemeClr val="accent3"/>
              </a:buClr>
              <a:buSzPts val="2470"/>
              <a:buFont typeface="Constantia"/>
              <a:buNone/>
            </a:pPr>
            <a:r>
              <a:rPr b="1" i="0" lang="en-US" sz="2600" u="none" cap="none" strike="noStrike">
                <a:solidFill>
                  <a:srgbClr val="990000"/>
                </a:solidFill>
                <a:latin typeface="Constantia"/>
                <a:ea typeface="Constantia"/>
                <a:cs typeface="Constantia"/>
                <a:sym typeface="Constantia"/>
              </a:rPr>
              <a:t>Heading 2</a:t>
            </a:r>
            <a:endParaRPr/>
          </a:p>
          <a:p>
            <a:pPr indent="-274320" lvl="0" marL="274320" marR="0" rtl="0" algn="l">
              <a:spcBef>
                <a:spcPts val="280"/>
              </a:spcBef>
              <a:spcAft>
                <a:spcPts val="0"/>
              </a:spcAft>
              <a:buClr>
                <a:schemeClr val="accent3"/>
              </a:buClr>
              <a:buSzPts val="1330"/>
              <a:buFont typeface="Constantia"/>
              <a:buNone/>
            </a:pPr>
            <a:r>
              <a:rPr b="0" i="0" lang="en-US" sz="1400" u="none" cap="none" strike="noStrike">
                <a:solidFill>
                  <a:srgbClr val="990000"/>
                </a:solidFill>
                <a:latin typeface="Constantia"/>
                <a:ea typeface="Constantia"/>
                <a:cs typeface="Constantia"/>
                <a:sym typeface="Constantia"/>
              </a:rPr>
              <a:t>Paragraph 2,….</a:t>
            </a:r>
            <a:endParaRPr b="0" i="0" sz="2600" u="none" cap="none" strike="noStrike">
              <a:solidFill>
                <a:srgbClr val="990000"/>
              </a:solidFill>
              <a:latin typeface="Constantia"/>
              <a:ea typeface="Constantia"/>
              <a:cs typeface="Constantia"/>
              <a:sym typeface="Constantia"/>
            </a:endParaRPr>
          </a:p>
          <a:p>
            <a:pPr indent="-274320" lvl="0" marL="274320" marR="0" rtl="0" algn="l">
              <a:spcBef>
                <a:spcPts val="480"/>
              </a:spcBef>
              <a:spcAft>
                <a:spcPts val="0"/>
              </a:spcAft>
              <a:buClr>
                <a:schemeClr val="accent3"/>
              </a:buClr>
              <a:buSzPts val="2280"/>
              <a:buFont typeface="Constantia"/>
              <a:buNone/>
            </a:pPr>
            <a:r>
              <a:rPr b="1" i="0" lang="en-US" sz="2400" u="none" cap="none" strike="noStrike">
                <a:solidFill>
                  <a:srgbClr val="990000"/>
                </a:solidFill>
                <a:latin typeface="Constantia"/>
                <a:ea typeface="Constantia"/>
                <a:cs typeface="Constantia"/>
                <a:sym typeface="Constantia"/>
              </a:rPr>
              <a:t>Heading 3</a:t>
            </a:r>
            <a:endParaRPr/>
          </a:p>
          <a:p>
            <a:pPr indent="-274320" lvl="0" marL="274320" marR="0" rtl="0" algn="l">
              <a:spcBef>
                <a:spcPts val="280"/>
              </a:spcBef>
              <a:spcAft>
                <a:spcPts val="0"/>
              </a:spcAft>
              <a:buClr>
                <a:schemeClr val="accent3"/>
              </a:buClr>
              <a:buSzPts val="1330"/>
              <a:buFont typeface="Constantia"/>
              <a:buNone/>
            </a:pPr>
            <a:r>
              <a:rPr b="0" i="0" lang="en-US" sz="1400" u="none" cap="none" strike="noStrike">
                <a:solidFill>
                  <a:srgbClr val="990000"/>
                </a:solidFill>
                <a:latin typeface="Constantia"/>
                <a:ea typeface="Constantia"/>
                <a:cs typeface="Constantia"/>
                <a:sym typeface="Constantia"/>
              </a:rPr>
              <a:t>Paragraph 3,….</a:t>
            </a:r>
            <a:endParaRPr b="0" i="0" sz="2400" u="none" cap="none" strike="noStrike">
              <a:solidFill>
                <a:srgbClr val="990000"/>
              </a:solidFill>
              <a:latin typeface="Constantia"/>
              <a:ea typeface="Constantia"/>
              <a:cs typeface="Constantia"/>
              <a:sym typeface="Constantia"/>
            </a:endParaRPr>
          </a:p>
          <a:p>
            <a:pPr indent="-274320" lvl="0" marL="274320" marR="0" rtl="0" algn="l">
              <a:spcBef>
                <a:spcPts val="400"/>
              </a:spcBef>
              <a:spcAft>
                <a:spcPts val="0"/>
              </a:spcAft>
              <a:buClr>
                <a:schemeClr val="accent3"/>
              </a:buClr>
              <a:buSzPts val="1900"/>
              <a:buFont typeface="Constantia"/>
              <a:buNone/>
            </a:pPr>
            <a:r>
              <a:rPr b="1" i="0" lang="en-US" sz="2000" u="none" cap="none" strike="noStrike">
                <a:solidFill>
                  <a:srgbClr val="990000"/>
                </a:solidFill>
                <a:latin typeface="Constantia"/>
                <a:ea typeface="Constantia"/>
                <a:cs typeface="Constantia"/>
                <a:sym typeface="Constantia"/>
              </a:rPr>
              <a:t>Heading 4</a:t>
            </a:r>
            <a:endParaRPr/>
          </a:p>
          <a:p>
            <a:pPr indent="-274320" lvl="0" marL="274320" marR="0" rtl="0" algn="l">
              <a:spcBef>
                <a:spcPts val="280"/>
              </a:spcBef>
              <a:spcAft>
                <a:spcPts val="0"/>
              </a:spcAft>
              <a:buClr>
                <a:schemeClr val="accent3"/>
              </a:buClr>
              <a:buSzPts val="1330"/>
              <a:buFont typeface="Constantia"/>
              <a:buNone/>
            </a:pPr>
            <a:r>
              <a:rPr b="0" i="0" lang="en-US" sz="1400" u="none" cap="none" strike="noStrike">
                <a:solidFill>
                  <a:srgbClr val="990000"/>
                </a:solidFill>
                <a:latin typeface="Constantia"/>
                <a:ea typeface="Constantia"/>
                <a:cs typeface="Constantia"/>
                <a:sym typeface="Constantia"/>
              </a:rPr>
              <a:t>Paragraph 4,….</a:t>
            </a:r>
            <a:endParaRPr b="0" i="0" sz="2000" u="none" cap="none" strike="noStrike">
              <a:solidFill>
                <a:srgbClr val="990000"/>
              </a:solidFill>
              <a:latin typeface="Constantia"/>
              <a:ea typeface="Constantia"/>
              <a:cs typeface="Constantia"/>
              <a:sym typeface="Constantia"/>
            </a:endParaRPr>
          </a:p>
          <a:p>
            <a:pPr indent="-274320" lvl="0" marL="274320" marR="0" rtl="0" algn="l">
              <a:spcBef>
                <a:spcPts val="360"/>
              </a:spcBef>
              <a:spcAft>
                <a:spcPts val="0"/>
              </a:spcAft>
              <a:buClr>
                <a:schemeClr val="accent3"/>
              </a:buClr>
              <a:buSzPts val="1710"/>
              <a:buFont typeface="Constantia"/>
              <a:buNone/>
            </a:pPr>
            <a:r>
              <a:rPr b="1" i="0" lang="en-US" sz="1800" u="none" cap="none" strike="noStrike">
                <a:solidFill>
                  <a:srgbClr val="990000"/>
                </a:solidFill>
                <a:latin typeface="Constantia"/>
                <a:ea typeface="Constantia"/>
                <a:cs typeface="Constantia"/>
                <a:sym typeface="Constantia"/>
              </a:rPr>
              <a:t>Heading 5</a:t>
            </a:r>
            <a:endParaRPr/>
          </a:p>
          <a:p>
            <a:pPr indent="-274320" lvl="0" marL="274320" marR="0" rtl="0" algn="l">
              <a:spcBef>
                <a:spcPts val="280"/>
              </a:spcBef>
              <a:spcAft>
                <a:spcPts val="0"/>
              </a:spcAft>
              <a:buClr>
                <a:schemeClr val="accent3"/>
              </a:buClr>
              <a:buSzPts val="1330"/>
              <a:buFont typeface="Constantia"/>
              <a:buNone/>
            </a:pPr>
            <a:r>
              <a:rPr b="0" i="0" lang="en-US" sz="1400" u="none" cap="none" strike="noStrike">
                <a:solidFill>
                  <a:srgbClr val="990000"/>
                </a:solidFill>
                <a:latin typeface="Constantia"/>
                <a:ea typeface="Constantia"/>
                <a:cs typeface="Constantia"/>
                <a:sym typeface="Constantia"/>
              </a:rPr>
              <a:t>Paragraph 5,….</a:t>
            </a:r>
            <a:endParaRPr b="0" i="0" sz="1800" u="none" cap="none" strike="noStrike">
              <a:solidFill>
                <a:srgbClr val="990000"/>
              </a:solidFill>
              <a:latin typeface="Constantia"/>
              <a:ea typeface="Constantia"/>
              <a:cs typeface="Constantia"/>
              <a:sym typeface="Constantia"/>
            </a:endParaRPr>
          </a:p>
          <a:p>
            <a:pPr indent="-274320" lvl="0" marL="274320" marR="0" rtl="0" algn="l">
              <a:spcBef>
                <a:spcPts val="320"/>
              </a:spcBef>
              <a:spcAft>
                <a:spcPts val="0"/>
              </a:spcAft>
              <a:buClr>
                <a:schemeClr val="accent3"/>
              </a:buClr>
              <a:buSzPts val="1520"/>
              <a:buFont typeface="Constantia"/>
              <a:buNone/>
            </a:pPr>
            <a:r>
              <a:rPr b="1" i="0" lang="en-US" sz="1600" u="none" cap="none" strike="noStrike">
                <a:solidFill>
                  <a:srgbClr val="990000"/>
                </a:solidFill>
                <a:latin typeface="Constantia"/>
                <a:ea typeface="Constantia"/>
                <a:cs typeface="Constantia"/>
                <a:sym typeface="Constantia"/>
              </a:rPr>
              <a:t>Heading 6</a:t>
            </a:r>
            <a:endParaRPr/>
          </a:p>
          <a:p>
            <a:pPr indent="-274320" lvl="0" marL="274320" marR="0" rtl="0" algn="l">
              <a:spcBef>
                <a:spcPts val="280"/>
              </a:spcBef>
              <a:spcAft>
                <a:spcPts val="0"/>
              </a:spcAft>
              <a:buClr>
                <a:schemeClr val="accent3"/>
              </a:buClr>
              <a:buSzPts val="1330"/>
              <a:buFont typeface="Constantia"/>
              <a:buNone/>
            </a:pPr>
            <a:r>
              <a:rPr b="0" i="0" lang="en-US" sz="1400" u="none" cap="none" strike="noStrike">
                <a:solidFill>
                  <a:srgbClr val="990000"/>
                </a:solidFill>
                <a:latin typeface="Constantia"/>
                <a:ea typeface="Constantia"/>
                <a:cs typeface="Constantia"/>
                <a:sym typeface="Constantia"/>
              </a:rPr>
              <a:t>Paragraph 6,….</a:t>
            </a:r>
            <a:endParaRPr b="0" i="0" sz="1600" u="none" cap="none" strike="noStrike">
              <a:solidFill>
                <a:srgbClr val="990000"/>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Constantia"/>
              <a:buNone/>
            </a:pPr>
            <a:r>
              <a:t/>
            </a:r>
            <a:endParaRPr b="0" i="0" sz="2600" u="none" cap="none" strike="noStrike">
              <a:solidFill>
                <a:srgbClr val="990000"/>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title"/>
          </p:nvPr>
        </p:nvSpPr>
        <p:spPr>
          <a:xfrm>
            <a:off x="5334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Break Tag   , &lt;br&gt;</a:t>
            </a:r>
            <a:endParaRPr>
              <a:latin typeface="Constantia"/>
              <a:ea typeface="Constantia"/>
              <a:cs typeface="Constantia"/>
              <a:sym typeface="Constantia"/>
            </a:endParaRPr>
          </a:p>
        </p:txBody>
      </p:sp>
      <p:sp>
        <p:nvSpPr>
          <p:cNvPr id="224" name="Google Shape;224;p3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20000"/>
              </a:lnSpc>
              <a:spcBef>
                <a:spcPts val="0"/>
              </a:spcBef>
              <a:spcAft>
                <a:spcPts val="0"/>
              </a:spcAft>
              <a:buClr>
                <a:schemeClr val="dk1"/>
              </a:buClr>
              <a:buSzPts val="2470"/>
              <a:buChar char="⚫"/>
            </a:pPr>
            <a:r>
              <a:rPr lang="en-US"/>
              <a:t>Line breaks allow you to decide where the text will break on a line or continue to the end of the window.</a:t>
            </a:r>
            <a:endParaRPr/>
          </a:p>
          <a:p>
            <a:pPr indent="-274320" lvl="0" marL="274320" rtl="0" algn="l">
              <a:lnSpc>
                <a:spcPct val="120000"/>
              </a:lnSpc>
              <a:spcBef>
                <a:spcPts val="520"/>
              </a:spcBef>
              <a:spcAft>
                <a:spcPts val="0"/>
              </a:spcAft>
              <a:buClr>
                <a:schemeClr val="dk1"/>
              </a:buClr>
              <a:buSzPts val="2470"/>
              <a:buChar char="⚫"/>
            </a:pPr>
            <a:r>
              <a:rPr lang="en-US"/>
              <a:t>A &lt;BR&gt; is an empty Element, meaning that it may contain attributes but it does not contain content.</a:t>
            </a:r>
            <a:endParaRPr/>
          </a:p>
          <a:p>
            <a:pPr indent="-274320" lvl="0" marL="274320" rtl="0" algn="l">
              <a:lnSpc>
                <a:spcPct val="120000"/>
              </a:lnSpc>
              <a:spcBef>
                <a:spcPts val="520"/>
              </a:spcBef>
              <a:spcAft>
                <a:spcPts val="0"/>
              </a:spcAft>
              <a:buClr>
                <a:schemeClr val="dk1"/>
              </a:buClr>
              <a:buSzPts val="2470"/>
              <a:buChar char="⚫"/>
            </a:pPr>
            <a:r>
              <a:rPr lang="en-US"/>
              <a:t>The &lt;BR&gt; element does not have a closing tag.</a:t>
            </a:r>
            <a:endParaRPr/>
          </a:p>
          <a:p>
            <a:pPr indent="-274320" lvl="0" marL="274320" rtl="0" algn="l">
              <a:lnSpc>
                <a:spcPct val="120000"/>
              </a:lnSpc>
              <a:spcBef>
                <a:spcPts val="520"/>
              </a:spcBef>
              <a:spcAft>
                <a:spcPts val="0"/>
              </a:spcAft>
              <a:buClr>
                <a:schemeClr val="dk1"/>
              </a:buClr>
              <a:buSzPts val="2470"/>
              <a:buNone/>
            </a:pPr>
            <a:r>
              <a:t/>
            </a:r>
            <a:endParaRPr/>
          </a:p>
          <a:p>
            <a:pPr indent="-117475" lvl="0" marL="274320" rtl="0" algn="l">
              <a:lnSpc>
                <a:spcPct val="120000"/>
              </a:lnSpc>
              <a:spcBef>
                <a:spcPts val="520"/>
              </a:spcBef>
              <a:spcAft>
                <a:spcPts val="0"/>
              </a:spcAft>
              <a:buSzPts val="247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4"/>
          <p:cNvSpPr txBox="1"/>
          <p:nvPr>
            <p:ph type="title"/>
          </p:nvPr>
        </p:nvSpPr>
        <p:spPr>
          <a:xfrm>
            <a:off x="457200" y="3810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Horizontal Rule , &lt;hr&gt;</a:t>
            </a:r>
            <a:endParaRPr>
              <a:latin typeface="Constantia"/>
              <a:ea typeface="Constantia"/>
              <a:cs typeface="Constantia"/>
              <a:sym typeface="Constantia"/>
            </a:endParaRPr>
          </a:p>
        </p:txBody>
      </p:sp>
      <p:sp>
        <p:nvSpPr>
          <p:cNvPr id="230" name="Google Shape;230;p34"/>
          <p:cNvSpPr txBox="1"/>
          <p:nvPr>
            <p:ph idx="1" type="body"/>
          </p:nvPr>
        </p:nvSpPr>
        <p:spPr>
          <a:xfrm>
            <a:off x="457200" y="16764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Clr>
                <a:schemeClr val="lt1"/>
              </a:buClr>
              <a:buSzPts val="2470"/>
              <a:buFont typeface="Noto Sans Symbols"/>
              <a:buChar char="▪"/>
            </a:pPr>
            <a:r>
              <a:rPr lang="en-US"/>
              <a:t>The &lt;hr&gt; element causes the browser to display a horizontal line (rule) in your document.</a:t>
            </a:r>
            <a:endParaRPr/>
          </a:p>
          <a:p>
            <a:pPr indent="-274320" lvl="0" marL="274320" rtl="0" algn="l">
              <a:spcBef>
                <a:spcPts val="520"/>
              </a:spcBef>
              <a:spcAft>
                <a:spcPts val="0"/>
              </a:spcAft>
              <a:buClr>
                <a:schemeClr val="lt1"/>
              </a:buClr>
              <a:buSzPts val="2470"/>
              <a:buFont typeface="Noto Sans Symbols"/>
              <a:buChar char="▪"/>
            </a:pPr>
            <a:r>
              <a:rPr lang="en-US"/>
              <a:t>&lt;HR&gt; does not use a closing tag, &lt;/HR&gt;.</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type="title"/>
          </p:nvPr>
        </p:nvSpPr>
        <p:spPr>
          <a:xfrm>
            <a:off x="609600" y="3810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Character Formatting</a:t>
            </a:r>
            <a:endParaRPr>
              <a:latin typeface="Constantia"/>
              <a:ea typeface="Constantia"/>
              <a:cs typeface="Constantia"/>
              <a:sym typeface="Constantia"/>
            </a:endParaRPr>
          </a:p>
        </p:txBody>
      </p:sp>
      <p:sp>
        <p:nvSpPr>
          <p:cNvPr id="236" name="Google Shape;236;p35"/>
          <p:cNvSpPr txBox="1"/>
          <p:nvPr>
            <p:ph idx="1" type="body"/>
          </p:nvPr>
        </p:nvSpPr>
        <p:spPr>
          <a:xfrm>
            <a:off x="457200" y="1752600"/>
            <a:ext cx="8229600" cy="457200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470"/>
              <a:buChar char="⚫"/>
            </a:pPr>
            <a:r>
              <a:rPr lang="en-US"/>
              <a:t>For bold text  we have have               &lt;b &gt;           &lt;/b&gt; </a:t>
            </a:r>
            <a:endParaRPr/>
          </a:p>
          <a:p>
            <a:pPr indent="-274320" lvl="0" marL="274320" rtl="0" algn="l">
              <a:lnSpc>
                <a:spcPct val="150000"/>
              </a:lnSpc>
              <a:spcBef>
                <a:spcPts val="520"/>
              </a:spcBef>
              <a:spcAft>
                <a:spcPts val="0"/>
              </a:spcAft>
              <a:buSzPts val="2470"/>
              <a:buChar char="⚫"/>
            </a:pPr>
            <a:r>
              <a:rPr lang="en-US"/>
              <a:t>For Text to be underlined  we have   &lt;u&gt;           &lt;/u&gt; </a:t>
            </a:r>
            <a:endParaRPr/>
          </a:p>
          <a:p>
            <a:pPr indent="-274320" lvl="0" marL="274320" rtl="0" algn="l">
              <a:lnSpc>
                <a:spcPct val="150000"/>
              </a:lnSpc>
              <a:spcBef>
                <a:spcPts val="520"/>
              </a:spcBef>
              <a:spcAft>
                <a:spcPts val="0"/>
              </a:spcAft>
              <a:buSzPts val="2470"/>
              <a:buChar char="⚫"/>
            </a:pPr>
            <a:r>
              <a:rPr lang="en-US"/>
              <a:t>If we need a italic text , we have       &lt;i&gt;             &lt;/i&gt; </a:t>
            </a:r>
            <a:endParaRPr/>
          </a:p>
          <a:p>
            <a:pPr indent="-274320" lvl="0" marL="274320" rtl="0" algn="l">
              <a:lnSpc>
                <a:spcPct val="150000"/>
              </a:lnSpc>
              <a:spcBef>
                <a:spcPts val="520"/>
              </a:spcBef>
              <a:spcAft>
                <a:spcPts val="0"/>
              </a:spcAft>
              <a:buSzPts val="2470"/>
              <a:buChar char="⚫"/>
            </a:pPr>
            <a:r>
              <a:rPr lang="en-US"/>
              <a:t>If text needs to be strong , we have  &lt;strong&gt;&lt;/strong&gt;</a:t>
            </a:r>
            <a:endParaRPr/>
          </a:p>
          <a:p>
            <a:pPr indent="-274320" lvl="0" marL="274320" rtl="0" algn="l">
              <a:lnSpc>
                <a:spcPct val="150000"/>
              </a:lnSpc>
              <a:spcBef>
                <a:spcPts val="520"/>
              </a:spcBef>
              <a:spcAft>
                <a:spcPts val="0"/>
              </a:spcAft>
              <a:buSzPts val="2470"/>
              <a:buChar char="⚫"/>
            </a:pPr>
            <a:r>
              <a:rPr lang="en-US"/>
              <a:t>If my text has to be emphasized       &lt;em&gt;        &lt;/em&gt;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Character</a:t>
            </a:r>
            <a:r>
              <a:rPr lang="en-US"/>
              <a:t> Formatting</a:t>
            </a:r>
            <a:endParaRPr/>
          </a:p>
        </p:txBody>
      </p:sp>
      <p:sp>
        <p:nvSpPr>
          <p:cNvPr id="242" name="Google Shape;242;p3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470"/>
              <a:buChar char="⚫"/>
            </a:pPr>
            <a:r>
              <a:rPr lang="en-US"/>
              <a:t>&lt;big&gt;            &lt;/big&gt;</a:t>
            </a:r>
            <a:endParaRPr/>
          </a:p>
          <a:p>
            <a:pPr indent="-274320" lvl="0" marL="274320" rtl="0" algn="l">
              <a:lnSpc>
                <a:spcPct val="150000"/>
              </a:lnSpc>
              <a:spcBef>
                <a:spcPts val="520"/>
              </a:spcBef>
              <a:spcAft>
                <a:spcPts val="0"/>
              </a:spcAft>
              <a:buSzPts val="2470"/>
              <a:buChar char="⚫"/>
            </a:pPr>
            <a:r>
              <a:rPr lang="en-US"/>
              <a:t>&lt;strike&gt;      &lt;/strike&gt;</a:t>
            </a:r>
            <a:endParaRPr/>
          </a:p>
          <a:p>
            <a:pPr indent="-274320" lvl="0" marL="274320" rtl="0" algn="l">
              <a:lnSpc>
                <a:spcPct val="150000"/>
              </a:lnSpc>
              <a:spcBef>
                <a:spcPts val="520"/>
              </a:spcBef>
              <a:spcAft>
                <a:spcPts val="0"/>
              </a:spcAft>
              <a:buSzPts val="2470"/>
              <a:buChar char="⚫"/>
            </a:pPr>
            <a:r>
              <a:rPr lang="en-US"/>
              <a:t>&lt;small&gt;       &lt;/small&gt;</a:t>
            </a:r>
            <a:endParaRPr/>
          </a:p>
          <a:p>
            <a:pPr indent="-274320" lvl="0" marL="274320" rtl="0" algn="l">
              <a:lnSpc>
                <a:spcPct val="150000"/>
              </a:lnSpc>
              <a:spcBef>
                <a:spcPts val="520"/>
              </a:spcBef>
              <a:spcAft>
                <a:spcPts val="0"/>
              </a:spcAft>
              <a:buSzPts val="2470"/>
              <a:buChar char="⚫"/>
            </a:pPr>
            <a:r>
              <a:rPr lang="en-US"/>
              <a:t>&lt;sub&gt;             &lt;/sub&gt;</a:t>
            </a:r>
            <a:endParaRPr/>
          </a:p>
          <a:p>
            <a:pPr indent="-274320" lvl="0" marL="274320" rtl="0" algn="l">
              <a:lnSpc>
                <a:spcPct val="150000"/>
              </a:lnSpc>
              <a:spcBef>
                <a:spcPts val="520"/>
              </a:spcBef>
              <a:spcAft>
                <a:spcPts val="0"/>
              </a:spcAft>
              <a:buSzPts val="2470"/>
              <a:buChar char="⚫"/>
            </a:pPr>
            <a:r>
              <a:rPr lang="en-US"/>
              <a:t>&lt;sup&gt;              &lt;/sup&gt;</a:t>
            </a:r>
            <a:endParaRPr/>
          </a:p>
          <a:p>
            <a:pPr indent="-274320" lvl="0" marL="274320" rtl="0" algn="l">
              <a:lnSpc>
                <a:spcPct val="150000"/>
              </a:lnSpc>
              <a:spcBef>
                <a:spcPts val="520"/>
              </a:spcBef>
              <a:spcAft>
                <a:spcPts val="0"/>
              </a:spcAft>
              <a:buSzPts val="247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Scrolling Text</a:t>
            </a:r>
            <a:endParaRPr>
              <a:latin typeface="Constantia"/>
              <a:ea typeface="Constantia"/>
              <a:cs typeface="Constantia"/>
              <a:sym typeface="Constantia"/>
            </a:endParaRPr>
          </a:p>
        </p:txBody>
      </p:sp>
      <p:sp>
        <p:nvSpPr>
          <p:cNvPr id="248" name="Google Shape;248;p3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None/>
            </a:pPr>
            <a:r>
              <a:rPr lang="en-US"/>
              <a:t>&lt;marquee&gt;&lt;/marquee&gt;	</a:t>
            </a:r>
            <a:endParaRPr/>
          </a:p>
          <a:p>
            <a:pPr indent="-274320" lvl="0" marL="274320" rtl="0" algn="l">
              <a:spcBef>
                <a:spcPts val="442"/>
              </a:spcBef>
              <a:spcAft>
                <a:spcPts val="0"/>
              </a:spcAft>
              <a:buSzPct val="95000"/>
              <a:buNone/>
            </a:pPr>
            <a:r>
              <a:rPr lang="en-US"/>
              <a:t>- If we wants to create scrolling data we have to call marquee tag. </a:t>
            </a:r>
            <a:endParaRPr/>
          </a:p>
          <a:p>
            <a:pPr indent="-274320" lvl="0" marL="274320" rtl="0" algn="l">
              <a:spcBef>
                <a:spcPts val="442"/>
              </a:spcBef>
              <a:spcAft>
                <a:spcPts val="0"/>
              </a:spcAft>
              <a:buSzPct val="95000"/>
              <a:buNone/>
            </a:pPr>
            <a:r>
              <a:rPr lang="en-US"/>
              <a:t>- </a:t>
            </a:r>
            <a:endParaRPr/>
          </a:p>
          <a:p>
            <a:pPr indent="-274320" lvl="0" marL="274320" rtl="0" algn="l">
              <a:spcBef>
                <a:spcPts val="442"/>
              </a:spcBef>
              <a:spcAft>
                <a:spcPts val="0"/>
              </a:spcAft>
              <a:buSzPct val="95000"/>
              <a:buNone/>
            </a:pPr>
            <a:r>
              <a:rPr lang="en-US"/>
              <a:t>              Attributes          Parameter</a:t>
            </a:r>
            <a:endParaRPr/>
          </a:p>
          <a:p>
            <a:pPr indent="-274320" lvl="0" marL="274320" rtl="0" algn="l">
              <a:spcBef>
                <a:spcPts val="442"/>
              </a:spcBef>
              <a:spcAft>
                <a:spcPts val="0"/>
              </a:spcAft>
              <a:buSzPct val="95000"/>
              <a:buChar char="⚫"/>
            </a:pPr>
            <a:r>
              <a:rPr lang="en-US"/>
              <a:t>         1. bgcolor          color code/name </a:t>
            </a:r>
            <a:endParaRPr/>
          </a:p>
          <a:p>
            <a:pPr indent="-274320" lvl="0" marL="274320" rtl="0" algn="l">
              <a:spcBef>
                <a:spcPts val="442"/>
              </a:spcBef>
              <a:spcAft>
                <a:spcPts val="0"/>
              </a:spcAft>
              <a:buSzPct val="95000"/>
              <a:buChar char="⚫"/>
            </a:pPr>
            <a:r>
              <a:rPr lang="en-US"/>
              <a:t>         2. height           px,%</a:t>
            </a:r>
            <a:endParaRPr/>
          </a:p>
          <a:p>
            <a:pPr indent="-274320" lvl="0" marL="274320" rtl="0" algn="l">
              <a:spcBef>
                <a:spcPts val="442"/>
              </a:spcBef>
              <a:spcAft>
                <a:spcPts val="0"/>
              </a:spcAft>
              <a:buSzPct val="95000"/>
              <a:buChar char="⚫"/>
            </a:pPr>
            <a:r>
              <a:rPr lang="en-US"/>
              <a:t>         3. width            px,% </a:t>
            </a:r>
            <a:endParaRPr/>
          </a:p>
          <a:p>
            <a:pPr indent="-274320" lvl="0" marL="274320" rtl="0" algn="l">
              <a:spcBef>
                <a:spcPts val="442"/>
              </a:spcBef>
              <a:spcAft>
                <a:spcPts val="0"/>
              </a:spcAft>
              <a:buSzPct val="95000"/>
              <a:buChar char="⚫"/>
            </a:pPr>
            <a:r>
              <a:rPr lang="en-US"/>
              <a:t>         4. direction        left(default),right,up,down</a:t>
            </a:r>
            <a:endParaRPr/>
          </a:p>
          <a:p>
            <a:pPr indent="-274320" lvl="0" marL="274320" rtl="0" algn="l">
              <a:spcBef>
                <a:spcPts val="442"/>
              </a:spcBef>
              <a:spcAft>
                <a:spcPts val="0"/>
              </a:spcAft>
              <a:buSzPct val="95000"/>
              <a:buChar char="⚫"/>
            </a:pPr>
            <a:r>
              <a:rPr lang="en-US"/>
              <a:t>         5. behavior         scroll(default),static, alternate </a:t>
            </a:r>
            <a:endParaRPr/>
          </a:p>
          <a:p>
            <a:pPr indent="-274320" lvl="0" marL="274320" rtl="0" algn="l">
              <a:spcBef>
                <a:spcPts val="442"/>
              </a:spcBef>
              <a:spcAft>
                <a:spcPts val="0"/>
              </a:spcAft>
              <a:buSzPct val="95000"/>
              <a:buChar char="⚫"/>
            </a:pPr>
            <a:r>
              <a:rPr lang="en-US"/>
              <a:t>         6. scrollamount     number(speed)</a:t>
            </a:r>
            <a:endParaRPr/>
          </a:p>
          <a:p>
            <a:pPr indent="-274320" lvl="0" marL="274320" rtl="0" algn="l">
              <a:spcBef>
                <a:spcPts val="442"/>
              </a:spcBef>
              <a:spcAft>
                <a:spcPts val="0"/>
              </a:spcAft>
              <a:buSzPct val="95000"/>
              <a:buChar char="⚫"/>
            </a:pPr>
            <a:r>
              <a:rPr lang="en-US"/>
              <a:t>         7. scrolldelay      number (ms)</a:t>
            </a:r>
            <a:endParaRPr/>
          </a:p>
          <a:p>
            <a:pPr indent="-274320" lvl="0" marL="274320" rtl="0" algn="l">
              <a:spcBef>
                <a:spcPts val="442"/>
              </a:spcBef>
              <a:spcAft>
                <a:spcPts val="0"/>
              </a:spcAft>
              <a:buSzPct val="95000"/>
              <a:buChar char="⚫"/>
            </a:pPr>
            <a:r>
              <a:rPr lang="en-US"/>
              <a:t>         8. loop             any number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type="title"/>
          </p:nvPr>
        </p:nvSpPr>
        <p:spPr>
          <a:xfrm>
            <a:off x="3810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Image Tag</a:t>
            </a:r>
            <a:endParaRPr>
              <a:latin typeface="Constantia"/>
              <a:ea typeface="Constantia"/>
              <a:cs typeface="Constantia"/>
              <a:sym typeface="Constantia"/>
            </a:endParaRPr>
          </a:p>
        </p:txBody>
      </p:sp>
      <p:sp>
        <p:nvSpPr>
          <p:cNvPr id="254" name="Google Shape;254;p3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lang="en-US"/>
              <a:t>&lt;img&gt;:</a:t>
            </a:r>
            <a:endParaRPr/>
          </a:p>
          <a:p>
            <a:pPr indent="-274320" lvl="0" marL="274320" rtl="0" algn="l">
              <a:spcBef>
                <a:spcPts val="520"/>
              </a:spcBef>
              <a:spcAft>
                <a:spcPts val="0"/>
              </a:spcAft>
              <a:buSzPts val="2470"/>
              <a:buChar char="⚫"/>
            </a:pPr>
            <a:r>
              <a:rPr lang="en-US"/>
              <a:t>- The full form is image tag. </a:t>
            </a:r>
            <a:endParaRPr/>
          </a:p>
          <a:p>
            <a:pPr indent="-274320" lvl="0" marL="274320" rtl="0" algn="l">
              <a:spcBef>
                <a:spcPts val="520"/>
              </a:spcBef>
              <a:spcAft>
                <a:spcPts val="0"/>
              </a:spcAft>
              <a:buSzPts val="2470"/>
              <a:buChar char="⚫"/>
            </a:pPr>
            <a:r>
              <a:rPr lang="en-US"/>
              <a:t>- If we wants to create some images inside one page we have to call </a:t>
            </a:r>
            <a:endParaRPr/>
          </a:p>
          <a:p>
            <a:pPr indent="-274320" lvl="0" marL="274320" rtl="0" algn="l">
              <a:spcBef>
                <a:spcPts val="520"/>
              </a:spcBef>
              <a:spcAft>
                <a:spcPts val="0"/>
              </a:spcAft>
              <a:buSzPts val="2470"/>
              <a:buChar char="⚫"/>
            </a:pPr>
            <a:r>
              <a:rPr lang="en-US"/>
              <a:t>  &lt;img&gt; tag.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  Attributes      Parameter</a:t>
            </a:r>
            <a:endParaRPr/>
          </a:p>
          <a:p>
            <a:pPr indent="-274320" lvl="0" marL="274320" rtl="0" algn="l">
              <a:spcBef>
                <a:spcPts val="520"/>
              </a:spcBef>
              <a:spcAft>
                <a:spcPts val="0"/>
              </a:spcAft>
              <a:buSzPts val="2470"/>
              <a:buChar char="⚫"/>
            </a:pPr>
            <a:r>
              <a:rPr lang="en-US"/>
              <a:t>1. src(source)     image name/image path </a:t>
            </a:r>
            <a:endParaRPr/>
          </a:p>
          <a:p>
            <a:pPr indent="-274320" lvl="0" marL="274320" rtl="0" algn="l">
              <a:spcBef>
                <a:spcPts val="520"/>
              </a:spcBef>
              <a:spcAft>
                <a:spcPts val="0"/>
              </a:spcAft>
              <a:buSzPts val="2470"/>
              <a:buChar char="⚫"/>
            </a:pPr>
            <a:r>
              <a:rPr lang="en-US"/>
              <a:t>2. height          px</a:t>
            </a:r>
            <a:endParaRPr/>
          </a:p>
          <a:p>
            <a:pPr indent="-274320" lvl="0" marL="274320" rtl="0" algn="l">
              <a:spcBef>
                <a:spcPts val="520"/>
              </a:spcBef>
              <a:spcAft>
                <a:spcPts val="0"/>
              </a:spcAft>
              <a:buSzPts val="2470"/>
              <a:buChar char="⚫"/>
            </a:pPr>
            <a:r>
              <a:rPr lang="en-US"/>
              <a:t>3. width           px </a:t>
            </a:r>
            <a:endParaRPr/>
          </a:p>
          <a:p>
            <a:pPr indent="-274320" lvl="0" marL="274320" rtl="0" algn="l">
              <a:spcBef>
                <a:spcPts val="520"/>
              </a:spcBef>
              <a:spcAft>
                <a:spcPts val="0"/>
              </a:spcAft>
              <a:buSzPts val="247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type="title"/>
          </p:nvPr>
        </p:nvSpPr>
        <p:spPr>
          <a:xfrm>
            <a:off x="5334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Hyperlink</a:t>
            </a:r>
            <a:endParaRPr>
              <a:latin typeface="Constantia"/>
              <a:ea typeface="Constantia"/>
              <a:cs typeface="Constantia"/>
              <a:sym typeface="Constantia"/>
            </a:endParaRPr>
          </a:p>
        </p:txBody>
      </p:sp>
      <p:sp>
        <p:nvSpPr>
          <p:cNvPr id="260" name="Google Shape;260;p3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l">
              <a:spcBef>
                <a:spcPts val="0"/>
              </a:spcBef>
              <a:spcAft>
                <a:spcPts val="0"/>
              </a:spcAft>
              <a:buSzPct val="95000"/>
              <a:buNone/>
            </a:pPr>
            <a:r>
              <a:rPr lang="en-US"/>
              <a:t>- If we want to create the relation between one page to </a:t>
            </a:r>
            <a:endParaRPr/>
          </a:p>
          <a:p>
            <a:pPr indent="-274320" lvl="0" marL="274320" rtl="0" algn="l">
              <a:spcBef>
                <a:spcPts val="442"/>
              </a:spcBef>
              <a:spcAft>
                <a:spcPts val="0"/>
              </a:spcAft>
              <a:buSzPct val="95000"/>
              <a:buNone/>
            </a:pPr>
            <a:r>
              <a:rPr lang="en-US"/>
              <a:t>  another page we have to create hyperlink. </a:t>
            </a:r>
            <a:endParaRPr/>
          </a:p>
          <a:p>
            <a:pPr indent="-274320" lvl="0" marL="274320" rtl="0" algn="l">
              <a:spcBef>
                <a:spcPts val="442"/>
              </a:spcBef>
              <a:spcAft>
                <a:spcPts val="0"/>
              </a:spcAft>
              <a:buSzPct val="95000"/>
              <a:buChar char="⚫"/>
            </a:pPr>
            <a:r>
              <a:rPr lang="en-US"/>
              <a:t>- With the help of anchor tag we are able to create the hyperlink. </a:t>
            </a:r>
            <a:endParaRPr/>
          </a:p>
          <a:p>
            <a:pPr indent="-274320" lvl="0" marL="274320" rtl="0" algn="l">
              <a:spcBef>
                <a:spcPts val="442"/>
              </a:spcBef>
              <a:spcAft>
                <a:spcPts val="0"/>
              </a:spcAft>
              <a:buSzPct val="95000"/>
              <a:buChar char="⚫"/>
            </a:pPr>
            <a:r>
              <a:rPr lang="en-US"/>
              <a:t>- Anchor tag we are using to internally connect between one </a:t>
            </a:r>
            <a:endParaRPr/>
          </a:p>
          <a:p>
            <a:pPr indent="-274320" lvl="0" marL="274320" rtl="0" algn="l">
              <a:spcBef>
                <a:spcPts val="442"/>
              </a:spcBef>
              <a:spcAft>
                <a:spcPts val="0"/>
              </a:spcAft>
              <a:buSzPct val="95000"/>
              <a:buChar char="⚫"/>
            </a:pPr>
            <a:r>
              <a:rPr lang="en-US"/>
              <a:t>  page to another page. </a:t>
            </a:r>
            <a:endParaRPr/>
          </a:p>
          <a:p>
            <a:pPr indent="-274320" lvl="0" marL="274320" rtl="0" algn="l">
              <a:spcBef>
                <a:spcPts val="442"/>
              </a:spcBef>
              <a:spcAft>
                <a:spcPts val="0"/>
              </a:spcAft>
              <a:buSzPct val="95000"/>
              <a:buChar char="⚫"/>
            </a:pPr>
            <a:r>
              <a:rPr lang="en-US"/>
              <a:t>- &lt;a&gt;&lt;/a&gt; is known as anchor tag. </a:t>
            </a:r>
            <a:endParaRPr/>
          </a:p>
          <a:p>
            <a:pPr indent="-274320" lvl="0" marL="274320" rtl="0" algn="l">
              <a:spcBef>
                <a:spcPts val="442"/>
              </a:spcBef>
              <a:spcAft>
                <a:spcPts val="0"/>
              </a:spcAft>
              <a:buSzPct val="95000"/>
              <a:buNone/>
            </a:pPr>
            <a:r>
              <a:rPr lang="en-US"/>
              <a:t>  </a:t>
            </a:r>
            <a:endParaRPr/>
          </a:p>
          <a:p>
            <a:pPr indent="-274320" lvl="0" marL="274320" rtl="0" algn="l">
              <a:spcBef>
                <a:spcPts val="442"/>
              </a:spcBef>
              <a:spcAft>
                <a:spcPts val="0"/>
              </a:spcAft>
              <a:buSzPct val="95000"/>
              <a:buNone/>
            </a:pPr>
            <a:r>
              <a:rPr lang="en-US"/>
              <a:t>  Attributes     Parameter </a:t>
            </a:r>
            <a:endParaRPr/>
          </a:p>
          <a:p>
            <a:pPr indent="-274320" lvl="0" marL="274320" rtl="0" algn="l">
              <a:spcBef>
                <a:spcPts val="442"/>
              </a:spcBef>
              <a:spcAft>
                <a:spcPts val="0"/>
              </a:spcAft>
              <a:buSzPct val="95000"/>
              <a:buChar char="⚫"/>
            </a:pPr>
            <a:r>
              <a:rPr lang="en-US"/>
              <a:t>1. href          page name (where to reach)</a:t>
            </a:r>
            <a:endParaRPr/>
          </a:p>
          <a:p>
            <a:pPr indent="-274320" lvl="0" marL="274320" rtl="0" algn="l">
              <a:spcBef>
                <a:spcPts val="442"/>
              </a:spcBef>
              <a:spcAft>
                <a:spcPts val="0"/>
              </a:spcAft>
              <a:buSzPct val="95000"/>
              <a:buChar char="⚫"/>
            </a:pPr>
            <a:r>
              <a:rPr lang="en-US"/>
              <a:t>2. target        parent(default),blank(another tab &amp; destination)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Assignment</a:t>
            </a:r>
            <a:endParaRPr>
              <a:latin typeface="Constantia"/>
              <a:ea typeface="Constantia"/>
              <a:cs typeface="Constantia"/>
              <a:sym typeface="Constantia"/>
            </a:endParaRPr>
          </a:p>
        </p:txBody>
      </p:sp>
      <p:sp>
        <p:nvSpPr>
          <p:cNvPr id="266" name="Google Shape;266;p4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470"/>
              <a:buNone/>
            </a:pPr>
            <a:r>
              <a:rPr lang="en-US"/>
              <a:t>Create one gallery page .</a:t>
            </a:r>
            <a:endParaRPr/>
          </a:p>
          <a:p>
            <a:pPr indent="-274320" lvl="0" marL="274320" rtl="0" algn="l">
              <a:lnSpc>
                <a:spcPct val="150000"/>
              </a:lnSpc>
              <a:spcBef>
                <a:spcPts val="520"/>
              </a:spcBef>
              <a:spcAft>
                <a:spcPts val="0"/>
              </a:spcAft>
              <a:buSzPts val="2470"/>
              <a:buChar char="⚫"/>
            </a:pPr>
            <a:r>
              <a:rPr lang="en-US"/>
              <a:t>Title name should be as GALLERY.</a:t>
            </a:r>
            <a:endParaRPr/>
          </a:p>
          <a:p>
            <a:pPr indent="-274320" lvl="0" marL="274320" rtl="0" algn="l">
              <a:lnSpc>
                <a:spcPct val="150000"/>
              </a:lnSpc>
              <a:spcBef>
                <a:spcPts val="520"/>
              </a:spcBef>
              <a:spcAft>
                <a:spcPts val="0"/>
              </a:spcAft>
              <a:buSzPts val="2470"/>
              <a:buChar char="⚫"/>
            </a:pPr>
            <a:r>
              <a:rPr lang="en-US"/>
              <a:t>Page should included with 28 images.</a:t>
            </a:r>
            <a:endParaRPr/>
          </a:p>
          <a:p>
            <a:pPr indent="-274320" lvl="0" marL="274320" rtl="0" algn="l">
              <a:lnSpc>
                <a:spcPct val="150000"/>
              </a:lnSpc>
              <a:spcBef>
                <a:spcPts val="520"/>
              </a:spcBef>
              <a:spcAft>
                <a:spcPts val="0"/>
              </a:spcAft>
              <a:buSzPts val="2470"/>
              <a:buChar char="⚫"/>
            </a:pPr>
            <a:r>
              <a:rPr lang="en-US"/>
              <a:t>Each row it should contain 4 pictures.</a:t>
            </a:r>
            <a:endParaRPr/>
          </a:p>
          <a:p>
            <a:pPr indent="-274320" lvl="0" marL="274320" rtl="0" algn="l">
              <a:lnSpc>
                <a:spcPct val="150000"/>
              </a:lnSpc>
              <a:spcBef>
                <a:spcPts val="520"/>
              </a:spcBef>
              <a:spcAft>
                <a:spcPts val="0"/>
              </a:spcAft>
              <a:buSzPts val="2470"/>
              <a:buChar char="⚫"/>
            </a:pPr>
            <a:r>
              <a:rPr lang="en-US"/>
              <a:t>Put the horizontal line for each row.</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1"/>
          <p:cNvSpPr txBox="1"/>
          <p:nvPr>
            <p:ph type="title"/>
          </p:nvPr>
        </p:nvSpPr>
        <p:spPr>
          <a:xfrm>
            <a:off x="457200" y="228600"/>
            <a:ext cx="8229600" cy="13898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Special characters &amp; Symbols</a:t>
            </a:r>
            <a:endParaRPr>
              <a:latin typeface="Constantia"/>
              <a:ea typeface="Constantia"/>
              <a:cs typeface="Constantia"/>
              <a:sym typeface="Constantia"/>
            </a:endParaRPr>
          </a:p>
        </p:txBody>
      </p:sp>
      <p:sp>
        <p:nvSpPr>
          <p:cNvPr id="272" name="Google Shape;272;p41"/>
          <p:cNvSpPr txBox="1"/>
          <p:nvPr>
            <p:ph idx="1" type="body"/>
          </p:nvPr>
        </p:nvSpPr>
        <p:spPr>
          <a:xfrm>
            <a:off x="533400" y="1981200"/>
            <a:ext cx="8229600" cy="434340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Clr>
                <a:schemeClr val="dk1"/>
              </a:buClr>
              <a:buSzPts val="2470"/>
              <a:buFont typeface="Noto Sans Symbols"/>
              <a:buChar char="▪"/>
            </a:pPr>
            <a:r>
              <a:rPr lang="en-US"/>
              <a:t>These Characters are recognized in HTML as they begin with an ampersand and end with a semi-colon e.g. </a:t>
            </a:r>
            <a:r>
              <a:rPr b="1" lang="en-US">
                <a:solidFill>
                  <a:srgbClr val="FF0000"/>
                </a:solidFill>
              </a:rPr>
              <a:t>&amp;value;</a:t>
            </a:r>
            <a:r>
              <a:rPr b="1" lang="en-US"/>
              <a:t> </a:t>
            </a:r>
            <a:r>
              <a:rPr lang="en-US"/>
              <a:t>The value will either be an entity name or a standard ASCII character number. They are called </a:t>
            </a:r>
            <a:r>
              <a:rPr b="1" lang="en-US">
                <a:solidFill>
                  <a:srgbClr val="FF0000"/>
                </a:solidFill>
              </a:rPr>
              <a:t>escape sequences</a:t>
            </a:r>
            <a:r>
              <a:rPr lang="en-US"/>
              <a:t>. </a:t>
            </a:r>
            <a:endParaRPr/>
          </a:p>
          <a:p>
            <a:pPr indent="-274320" lvl="0" marL="274320" rtl="0" algn="l">
              <a:lnSpc>
                <a:spcPct val="150000"/>
              </a:lnSpc>
              <a:spcBef>
                <a:spcPts val="520"/>
              </a:spcBef>
              <a:spcAft>
                <a:spcPts val="0"/>
              </a:spcAft>
              <a:buClr>
                <a:schemeClr val="dk1"/>
              </a:buClr>
              <a:buSzPts val="2470"/>
              <a:buFont typeface="Noto Sans Symbols"/>
              <a:buChar char="▪"/>
            </a:pPr>
            <a:r>
              <a:rPr lang="en-US"/>
              <a:t>The next table represents some of the more commonly used special characters. </a:t>
            </a:r>
            <a:endParaRPr/>
          </a:p>
          <a:p>
            <a:pPr indent="-117475" lvl="0" marL="274320" rtl="0" algn="l">
              <a:lnSpc>
                <a:spcPct val="150000"/>
              </a:lnSpc>
              <a:spcBef>
                <a:spcPts val="520"/>
              </a:spcBef>
              <a:spcAft>
                <a:spcPts val="0"/>
              </a:spcAft>
              <a:buSzPts val="247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2"/>
          <p:cNvSpPr txBox="1"/>
          <p:nvPr>
            <p:ph type="title"/>
          </p:nvPr>
        </p:nvSpPr>
        <p:spPr>
          <a:xfrm>
            <a:off x="381000" y="357166"/>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Special characters</a:t>
            </a:r>
            <a:endParaRPr>
              <a:latin typeface="Constantia"/>
              <a:ea typeface="Constantia"/>
              <a:cs typeface="Constantia"/>
              <a:sym typeface="Constantia"/>
            </a:endParaRPr>
          </a:p>
        </p:txBody>
      </p:sp>
      <p:pic>
        <p:nvPicPr>
          <p:cNvPr descr="Picture1.png" id="278" name="Google Shape;278;p42"/>
          <p:cNvPicPr preferRelativeResize="0"/>
          <p:nvPr>
            <p:ph idx="1" type="body"/>
          </p:nvPr>
        </p:nvPicPr>
        <p:blipFill rotWithShape="1">
          <a:blip r:embed="rId3">
            <a:alphaModFix/>
          </a:blip>
          <a:srcRect b="0" l="0" r="0" t="0"/>
          <a:stretch/>
        </p:blipFill>
        <p:spPr>
          <a:xfrm>
            <a:off x="762000" y="1524000"/>
            <a:ext cx="7631242" cy="5029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3"/>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List</a:t>
            </a:r>
            <a:endParaRPr>
              <a:latin typeface="Constantia"/>
              <a:ea typeface="Constantia"/>
              <a:cs typeface="Constantia"/>
              <a:sym typeface="Constantia"/>
            </a:endParaRPr>
          </a:p>
        </p:txBody>
      </p:sp>
      <p:sp>
        <p:nvSpPr>
          <p:cNvPr id="284" name="Google Shape;284;p4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609600" lvl="0" marL="609600" rtl="0" algn="l">
              <a:lnSpc>
                <a:spcPct val="150000"/>
              </a:lnSpc>
              <a:spcBef>
                <a:spcPts val="0"/>
              </a:spcBef>
              <a:spcAft>
                <a:spcPts val="0"/>
              </a:spcAft>
              <a:buClr>
                <a:schemeClr val="dk1"/>
              </a:buClr>
              <a:buSzPts val="2470"/>
              <a:buFont typeface="Constantia"/>
              <a:buNone/>
            </a:pPr>
            <a:r>
              <a:rPr lang="en-US"/>
              <a:t>In this chapter you will learn how to create a variety of lists.</a:t>
            </a:r>
            <a:endParaRPr/>
          </a:p>
          <a:p>
            <a:pPr indent="-609600" lvl="0" marL="609600" rtl="0" algn="l">
              <a:lnSpc>
                <a:spcPct val="150000"/>
              </a:lnSpc>
              <a:spcBef>
                <a:spcPts val="520"/>
              </a:spcBef>
              <a:spcAft>
                <a:spcPts val="0"/>
              </a:spcAft>
              <a:buClr>
                <a:schemeClr val="dk1"/>
              </a:buClr>
              <a:buSzPts val="2470"/>
              <a:buFont typeface="Noto Sans Symbols"/>
              <a:buNone/>
            </a:pPr>
            <a:r>
              <a:rPr b="1" lang="en-US"/>
              <a:t>Objectives</a:t>
            </a:r>
            <a:endParaRPr/>
          </a:p>
          <a:p>
            <a:pPr indent="-609600" lvl="0" marL="609600" rtl="0" algn="l">
              <a:lnSpc>
                <a:spcPct val="150000"/>
              </a:lnSpc>
              <a:spcBef>
                <a:spcPts val="520"/>
              </a:spcBef>
              <a:spcAft>
                <a:spcPts val="0"/>
              </a:spcAft>
              <a:buClr>
                <a:schemeClr val="dk1"/>
              </a:buClr>
              <a:buSzPts val="2470"/>
              <a:buFont typeface="Noto Sans Symbols"/>
              <a:buNone/>
            </a:pPr>
            <a:r>
              <a:rPr lang="en-US"/>
              <a:t>Upon completing this section, you should be able to</a:t>
            </a:r>
            <a:endParaRPr/>
          </a:p>
          <a:p>
            <a:pPr indent="-609600" lvl="0" marL="609600" rtl="0" algn="l">
              <a:lnSpc>
                <a:spcPct val="150000"/>
              </a:lnSpc>
              <a:spcBef>
                <a:spcPts val="520"/>
              </a:spcBef>
              <a:spcAft>
                <a:spcPts val="0"/>
              </a:spcAft>
              <a:buClr>
                <a:schemeClr val="dk1"/>
              </a:buClr>
              <a:buSzPts val="2470"/>
              <a:buFont typeface="Noto Sans Symbols"/>
              <a:buAutoNum type="arabicPeriod"/>
            </a:pPr>
            <a:r>
              <a:rPr lang="en-US"/>
              <a:t>Create an unordered list.</a:t>
            </a:r>
            <a:endParaRPr/>
          </a:p>
          <a:p>
            <a:pPr indent="-609600" lvl="0" marL="609600" rtl="0" algn="l">
              <a:lnSpc>
                <a:spcPct val="150000"/>
              </a:lnSpc>
              <a:spcBef>
                <a:spcPts val="520"/>
              </a:spcBef>
              <a:spcAft>
                <a:spcPts val="0"/>
              </a:spcAft>
              <a:buClr>
                <a:schemeClr val="dk1"/>
              </a:buClr>
              <a:buSzPts val="2470"/>
              <a:buFont typeface="Noto Sans Symbols"/>
              <a:buAutoNum type="arabicPeriod"/>
            </a:pPr>
            <a:r>
              <a:rPr lang="en-US"/>
              <a:t>Create an ordered list.</a:t>
            </a:r>
            <a:endParaRPr/>
          </a:p>
          <a:p>
            <a:pPr indent="-609600" lvl="0" marL="609600" rtl="0" algn="l">
              <a:spcBef>
                <a:spcPts val="520"/>
              </a:spcBef>
              <a:spcAft>
                <a:spcPts val="0"/>
              </a:spcAft>
              <a:buClr>
                <a:schemeClr val="dk1"/>
              </a:buClr>
              <a:buSzPts val="2470"/>
              <a:buFont typeface="Constantia"/>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4"/>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Order list</a:t>
            </a:r>
            <a:endParaRPr>
              <a:latin typeface="Constantia"/>
              <a:ea typeface="Constantia"/>
              <a:cs typeface="Constantia"/>
              <a:sym typeface="Constantia"/>
            </a:endParaRPr>
          </a:p>
        </p:txBody>
      </p:sp>
      <p:sp>
        <p:nvSpPr>
          <p:cNvPr id="290" name="Google Shape;290;p4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n-US"/>
              <a:t>1. Order list(&lt;ol&gt;&lt;/ol&gt;):  Items in this list are numbered automatically by the browser.</a:t>
            </a:r>
            <a:endParaRPr/>
          </a:p>
          <a:p>
            <a:pPr indent="-274320" lvl="0" marL="274320" rtl="0" algn="l">
              <a:spcBef>
                <a:spcPts val="520"/>
              </a:spcBef>
              <a:spcAft>
                <a:spcPts val="0"/>
              </a:spcAft>
              <a:buSzPts val="2470"/>
              <a:buNone/>
            </a:pPr>
            <a:r>
              <a:rPr lang="en-US"/>
              <a:t>   Default types of order list is number. </a:t>
            </a:r>
            <a:endParaRPr/>
          </a:p>
          <a:p>
            <a:pPr indent="-274320" lvl="0" marL="274320" rtl="0" algn="l">
              <a:spcBef>
                <a:spcPts val="520"/>
              </a:spcBef>
              <a:spcAft>
                <a:spcPts val="0"/>
              </a:spcAft>
              <a:buSzPts val="2470"/>
              <a:buNone/>
            </a:pPr>
            <a:r>
              <a:rPr lang="en-US"/>
              <a:t>   </a:t>
            </a:r>
            <a:endParaRPr/>
          </a:p>
          <a:p>
            <a:pPr indent="-274320" lvl="0" marL="274320" rtl="0" algn="l">
              <a:spcBef>
                <a:spcPts val="520"/>
              </a:spcBef>
              <a:spcAft>
                <a:spcPts val="0"/>
              </a:spcAft>
              <a:buSzPts val="2470"/>
              <a:buNone/>
            </a:pPr>
            <a:r>
              <a:rPr lang="en-US"/>
              <a:t> Attributes      Parameters</a:t>
            </a:r>
            <a:endParaRPr/>
          </a:p>
          <a:p>
            <a:pPr indent="-274320" lvl="0" marL="274320" rtl="0" algn="l">
              <a:spcBef>
                <a:spcPts val="520"/>
              </a:spcBef>
              <a:spcAft>
                <a:spcPts val="0"/>
              </a:spcAft>
              <a:buSzPts val="2470"/>
              <a:buChar char="⚫"/>
            </a:pPr>
            <a:r>
              <a:rPr lang="en-US"/>
              <a:t>1. types         Number(default),A-Z,a-z,I,i</a:t>
            </a:r>
            <a:endParaRPr/>
          </a:p>
          <a:p>
            <a:pPr indent="-274320" lvl="0" marL="274320" rtl="0" algn="l">
              <a:spcBef>
                <a:spcPts val="520"/>
              </a:spcBef>
              <a:spcAft>
                <a:spcPts val="0"/>
              </a:spcAft>
              <a:buSzPts val="2470"/>
              <a:buChar char="⚫"/>
            </a:pPr>
            <a:r>
              <a:rPr lang="en-US"/>
              <a:t>2. start         any number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5"/>
          <p:cNvSpPr txBox="1"/>
          <p:nvPr>
            <p:ph type="title"/>
          </p:nvPr>
        </p:nvSpPr>
        <p:spPr>
          <a:xfrm>
            <a:off x="5334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Unorder list</a:t>
            </a:r>
            <a:endParaRPr>
              <a:latin typeface="Constantia"/>
              <a:ea typeface="Constantia"/>
              <a:cs typeface="Constantia"/>
              <a:sym typeface="Constantia"/>
            </a:endParaRPr>
          </a:p>
        </p:txBody>
      </p:sp>
      <p:sp>
        <p:nvSpPr>
          <p:cNvPr id="296" name="Google Shape;296;p45"/>
          <p:cNvSpPr txBox="1"/>
          <p:nvPr>
            <p:ph idx="1" type="body"/>
          </p:nvPr>
        </p:nvSpPr>
        <p:spPr>
          <a:xfrm>
            <a:off x="457200" y="17526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n-US"/>
              <a:t>Unorder list(&lt;ul&gt;&lt;/ul&gt;) : Items in this list start with a list mark such as a bullet. Browsers will usually change the list mark in nested lists.</a:t>
            </a:r>
            <a:endParaRPr/>
          </a:p>
          <a:p>
            <a:pPr indent="-274320" lvl="0" marL="274320" rtl="0" algn="l">
              <a:spcBef>
                <a:spcPts val="520"/>
              </a:spcBef>
              <a:spcAft>
                <a:spcPts val="0"/>
              </a:spcAft>
              <a:buSzPts val="2470"/>
              <a:buNone/>
            </a:pPr>
            <a:r>
              <a:rPr lang="en-US"/>
              <a:t>   Default types of unorder list is disk.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rPr lang="en-US"/>
              <a:t>  Attributes      Parameters</a:t>
            </a:r>
            <a:endParaRPr/>
          </a:p>
          <a:p>
            <a:pPr indent="-274320" lvl="0" marL="274320" rtl="0" algn="l">
              <a:spcBef>
                <a:spcPts val="520"/>
              </a:spcBef>
              <a:spcAft>
                <a:spcPts val="0"/>
              </a:spcAft>
              <a:buSzPts val="2470"/>
              <a:buChar char="⚫"/>
            </a:pPr>
            <a:r>
              <a:rPr lang="en-US"/>
              <a:t>1. Types          circle  &amp;</a:t>
            </a:r>
            <a:endParaRPr/>
          </a:p>
          <a:p>
            <a:pPr indent="-274320" lvl="0" marL="274320" rtl="0" algn="l">
              <a:spcBef>
                <a:spcPts val="520"/>
              </a:spcBef>
              <a:spcAft>
                <a:spcPts val="0"/>
              </a:spcAft>
              <a:buSzPts val="2470"/>
              <a:buNone/>
            </a:pPr>
            <a:r>
              <a:rPr lang="en-US"/>
              <a:t>                          square &amp;</a:t>
            </a:r>
            <a:endParaRPr/>
          </a:p>
          <a:p>
            <a:pPr indent="-274320" lvl="0" marL="274320" rtl="0" algn="l">
              <a:spcBef>
                <a:spcPts val="520"/>
              </a:spcBef>
              <a:spcAft>
                <a:spcPts val="0"/>
              </a:spcAft>
              <a:buSzPts val="2470"/>
              <a:buNone/>
            </a:pPr>
            <a:r>
              <a:rPr lang="en-US"/>
              <a:t>		               disk(default)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6"/>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Definition list</a:t>
            </a:r>
            <a:endParaRPr>
              <a:latin typeface="Constantia"/>
              <a:ea typeface="Constantia"/>
              <a:cs typeface="Constantia"/>
              <a:sym typeface="Constantia"/>
            </a:endParaRPr>
          </a:p>
        </p:txBody>
      </p:sp>
      <p:sp>
        <p:nvSpPr>
          <p:cNvPr id="302" name="Google Shape;302;p46"/>
          <p:cNvSpPr txBox="1"/>
          <p:nvPr>
            <p:ph idx="1" type="body"/>
          </p:nvPr>
        </p:nvSpPr>
        <p:spPr>
          <a:xfrm>
            <a:off x="533400" y="220980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660"/>
              <a:buChar char="⚫"/>
            </a:pPr>
            <a:r>
              <a:rPr b="1" lang="en-US" sz="2800">
                <a:solidFill>
                  <a:srgbClr val="FF0000"/>
                </a:solidFill>
              </a:rPr>
              <a:t>DL: Definition List</a:t>
            </a:r>
            <a:r>
              <a:rPr lang="en-US" sz="2800"/>
              <a:t>. This kind of list is different from the others. Each item in a DL consists of one or more </a:t>
            </a:r>
            <a:r>
              <a:rPr b="1" lang="en-US" sz="2800">
                <a:solidFill>
                  <a:srgbClr val="FF0000"/>
                </a:solidFill>
              </a:rPr>
              <a:t>Definition Terms (DT elements),</a:t>
            </a:r>
            <a:r>
              <a:rPr lang="en-US" sz="2800"/>
              <a:t> followed by one or more </a:t>
            </a:r>
            <a:r>
              <a:rPr b="1" lang="en-US" sz="2800">
                <a:solidFill>
                  <a:srgbClr val="FF0000"/>
                </a:solidFill>
              </a:rPr>
              <a:t>Definition Description (DD elements).</a:t>
            </a:r>
            <a:endParaRPr/>
          </a:p>
          <a:p>
            <a:pPr indent="-283210" lvl="0" marL="365760" rtl="0" algn="l">
              <a:lnSpc>
                <a:spcPct val="80000"/>
              </a:lnSpc>
              <a:spcBef>
                <a:spcPts val="560"/>
              </a:spcBef>
              <a:spcAft>
                <a:spcPts val="0"/>
              </a:spcAft>
              <a:buClr>
                <a:schemeClr val="dk1"/>
              </a:buClr>
              <a:buSzPts val="2660"/>
              <a:buFont typeface="Noto Sans Symbols"/>
              <a:buNone/>
            </a:pPr>
            <a:r>
              <a:rPr lang="en-US" sz="2800"/>
              <a:t>&lt;dl&gt;</a:t>
            </a:r>
            <a:endParaRPr/>
          </a:p>
          <a:p>
            <a:pPr indent="-283210" lvl="0" marL="365760" rtl="0" algn="l">
              <a:lnSpc>
                <a:spcPct val="80000"/>
              </a:lnSpc>
              <a:spcBef>
                <a:spcPts val="560"/>
              </a:spcBef>
              <a:spcAft>
                <a:spcPts val="0"/>
              </a:spcAft>
              <a:buClr>
                <a:schemeClr val="dk1"/>
              </a:buClr>
              <a:buSzPts val="2660"/>
              <a:buFont typeface="Noto Sans Symbols"/>
              <a:buNone/>
            </a:pPr>
            <a:r>
              <a:rPr lang="en-US" sz="2800"/>
              <a:t>&lt;dt&gt; HTML &lt;/dt&gt;</a:t>
            </a:r>
            <a:endParaRPr/>
          </a:p>
          <a:p>
            <a:pPr indent="-283210" lvl="0" marL="365760" rtl="0" algn="l">
              <a:lnSpc>
                <a:spcPct val="80000"/>
              </a:lnSpc>
              <a:spcBef>
                <a:spcPts val="560"/>
              </a:spcBef>
              <a:spcAft>
                <a:spcPts val="0"/>
              </a:spcAft>
              <a:buClr>
                <a:schemeClr val="dk1"/>
              </a:buClr>
              <a:buSzPts val="2660"/>
              <a:buFont typeface="Noto Sans Symbols"/>
              <a:buNone/>
            </a:pPr>
            <a:r>
              <a:rPr lang="en-US" sz="2800"/>
              <a:t>&lt;dd&gt; Hyper Text Markup Language &lt;/dd&gt;</a:t>
            </a:r>
            <a:endParaRPr/>
          </a:p>
          <a:p>
            <a:pPr indent="-283210" lvl="0" marL="365760" rtl="0" algn="l">
              <a:lnSpc>
                <a:spcPct val="80000"/>
              </a:lnSpc>
              <a:spcBef>
                <a:spcPts val="560"/>
              </a:spcBef>
              <a:spcAft>
                <a:spcPts val="0"/>
              </a:spcAft>
              <a:buClr>
                <a:schemeClr val="dk1"/>
              </a:buClr>
              <a:buSzPts val="2660"/>
              <a:buFont typeface="Noto Sans Symbols"/>
              <a:buNone/>
            </a:pPr>
            <a:r>
              <a:rPr lang="en-US" sz="2800"/>
              <a:t>&lt;dt&gt; URL&lt;/dt&gt;</a:t>
            </a:r>
            <a:endParaRPr/>
          </a:p>
          <a:p>
            <a:pPr indent="-283210" lvl="0" marL="365760" rtl="0" algn="l">
              <a:lnSpc>
                <a:spcPct val="80000"/>
              </a:lnSpc>
              <a:spcBef>
                <a:spcPts val="560"/>
              </a:spcBef>
              <a:spcAft>
                <a:spcPts val="0"/>
              </a:spcAft>
              <a:buClr>
                <a:schemeClr val="dk1"/>
              </a:buClr>
              <a:buSzPts val="2660"/>
              <a:buFont typeface="Noto Sans Symbols"/>
              <a:buNone/>
            </a:pPr>
            <a:r>
              <a:rPr lang="en-US" sz="2800"/>
              <a:t>&lt;dd&gt; Universal Resource locator&lt;/dd&gt;</a:t>
            </a:r>
            <a:endParaRPr/>
          </a:p>
          <a:p>
            <a:pPr indent="-283210" lvl="0" marL="365760" rtl="0" algn="l">
              <a:lnSpc>
                <a:spcPct val="80000"/>
              </a:lnSpc>
              <a:spcBef>
                <a:spcPts val="560"/>
              </a:spcBef>
              <a:spcAft>
                <a:spcPts val="0"/>
              </a:spcAft>
              <a:buClr>
                <a:schemeClr val="dk1"/>
              </a:buClr>
              <a:buSzPts val="2660"/>
              <a:buFont typeface="Noto Sans Symbols"/>
              <a:buNone/>
            </a:pPr>
            <a:r>
              <a:rPr lang="en-US" sz="2800"/>
              <a:t>&lt;/dl&gt;</a:t>
            </a:r>
            <a:endParaRPr/>
          </a:p>
          <a:p>
            <a:pPr indent="-274320" lvl="0" marL="274320" rtl="0" algn="l">
              <a:spcBef>
                <a:spcPts val="520"/>
              </a:spcBef>
              <a:spcAft>
                <a:spcPts val="0"/>
              </a:spcAft>
              <a:buSzPts val="247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7"/>
          <p:cNvSpPr txBox="1"/>
          <p:nvPr>
            <p:ph type="title"/>
          </p:nvPr>
        </p:nvSpPr>
        <p:spPr>
          <a:xfrm>
            <a:off x="2590800" y="2286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Assignment</a:t>
            </a:r>
            <a:endParaRPr/>
          </a:p>
        </p:txBody>
      </p:sp>
      <p:sp>
        <p:nvSpPr>
          <p:cNvPr id="309" name="Google Shape;309;p47"/>
          <p:cNvSpPr txBox="1"/>
          <p:nvPr>
            <p:ph idx="1" type="body"/>
          </p:nvPr>
        </p:nvSpPr>
        <p:spPr>
          <a:xfrm>
            <a:off x="457200" y="1447800"/>
            <a:ext cx="8229600" cy="5257800"/>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l">
              <a:spcBef>
                <a:spcPts val="0"/>
              </a:spcBef>
              <a:spcAft>
                <a:spcPts val="0"/>
              </a:spcAft>
              <a:buSzPct val="95000"/>
              <a:buNone/>
            </a:pPr>
            <a:r>
              <a:rPr lang="en-US" sz="1600"/>
              <a:t>     Food </a:t>
            </a:r>
            <a:endParaRPr/>
          </a:p>
          <a:p>
            <a:pPr indent="-274320" lvl="0" marL="274320" rtl="0" algn="l">
              <a:spcBef>
                <a:spcPts val="224"/>
              </a:spcBef>
              <a:spcAft>
                <a:spcPts val="0"/>
              </a:spcAft>
              <a:buSzPct val="95000"/>
              <a:buNone/>
            </a:pPr>
            <a:r>
              <a:t/>
            </a:r>
            <a:endParaRPr sz="1600"/>
          </a:p>
          <a:p>
            <a:pPr indent="-514350" lvl="0" marL="514350" rtl="0" algn="l">
              <a:spcBef>
                <a:spcPts val="224"/>
              </a:spcBef>
              <a:spcAft>
                <a:spcPts val="0"/>
              </a:spcAft>
              <a:buSzPct val="95000"/>
              <a:buNone/>
            </a:pPr>
            <a:r>
              <a:rPr lang="en-US" sz="1600"/>
              <a:t>1.Veg food (put some image)</a:t>
            </a:r>
            <a:endParaRPr/>
          </a:p>
          <a:p>
            <a:pPr indent="-514350" lvl="0" marL="514350" rtl="0" algn="l">
              <a:spcBef>
                <a:spcPts val="224"/>
              </a:spcBef>
              <a:spcAft>
                <a:spcPts val="0"/>
              </a:spcAft>
              <a:buSzPct val="95000"/>
              <a:buNone/>
            </a:pPr>
            <a:r>
              <a:rPr lang="en-US" sz="1600"/>
              <a:t>    *idli</a:t>
            </a:r>
            <a:endParaRPr sz="1600"/>
          </a:p>
          <a:p>
            <a:pPr indent="-514350" lvl="0" marL="514350" rtl="0" algn="l">
              <a:spcBef>
                <a:spcPts val="224"/>
              </a:spcBef>
              <a:spcAft>
                <a:spcPts val="0"/>
              </a:spcAft>
              <a:buSzPct val="95000"/>
              <a:buNone/>
            </a:pPr>
            <a:r>
              <a:rPr lang="en-US" sz="1600"/>
              <a:t>    *dose</a:t>
            </a:r>
            <a:endParaRPr/>
          </a:p>
          <a:p>
            <a:pPr indent="-514350" lvl="0" marL="514350" rtl="0" algn="l">
              <a:spcBef>
                <a:spcPts val="224"/>
              </a:spcBef>
              <a:spcAft>
                <a:spcPts val="0"/>
              </a:spcAft>
              <a:buSzPct val="95000"/>
              <a:buNone/>
            </a:pPr>
            <a:r>
              <a:rPr lang="en-US" sz="1600"/>
              <a:t>    *poori</a:t>
            </a:r>
            <a:endParaRPr sz="1600"/>
          </a:p>
          <a:p>
            <a:pPr indent="-514350" lvl="0" marL="514350" rtl="0" algn="l">
              <a:spcBef>
                <a:spcPts val="224"/>
              </a:spcBef>
              <a:spcAft>
                <a:spcPts val="0"/>
              </a:spcAft>
              <a:buSzPct val="95000"/>
              <a:buNone/>
            </a:pPr>
            <a:r>
              <a:rPr lang="en-US" sz="1600"/>
              <a:t>    *chowchow bath</a:t>
            </a:r>
            <a:endParaRPr/>
          </a:p>
          <a:p>
            <a:pPr indent="-514350" lvl="0" marL="514350" rtl="0" algn="l">
              <a:spcBef>
                <a:spcPts val="224"/>
              </a:spcBef>
              <a:spcAft>
                <a:spcPts val="0"/>
              </a:spcAft>
              <a:buSzPct val="95000"/>
              <a:buNone/>
            </a:pPr>
            <a:r>
              <a:rPr lang="en-US" sz="1600"/>
              <a:t>    *curd rice</a:t>
            </a:r>
            <a:endParaRPr/>
          </a:p>
          <a:p>
            <a:pPr indent="-514350" lvl="0" marL="514350" rtl="0" algn="l">
              <a:spcBef>
                <a:spcPts val="224"/>
              </a:spcBef>
              <a:spcAft>
                <a:spcPts val="0"/>
              </a:spcAft>
              <a:buSzPct val="95000"/>
              <a:buNone/>
            </a:pPr>
            <a:r>
              <a:rPr lang="en-US" sz="1600"/>
              <a:t>2.Nonveg Food (put some image)</a:t>
            </a:r>
            <a:endParaRPr/>
          </a:p>
          <a:p>
            <a:pPr indent="-514350" lvl="0" marL="514350" rtl="0" algn="l">
              <a:spcBef>
                <a:spcPts val="224"/>
              </a:spcBef>
              <a:spcAft>
                <a:spcPts val="0"/>
              </a:spcAft>
              <a:buSzPct val="95000"/>
              <a:buNone/>
            </a:pPr>
            <a:r>
              <a:rPr lang="en-US" sz="1600"/>
              <a:t>   *Biryani</a:t>
            </a:r>
            <a:endParaRPr sz="1600"/>
          </a:p>
          <a:p>
            <a:pPr indent="-514350" lvl="0" marL="514350" rtl="0" algn="l">
              <a:spcBef>
                <a:spcPts val="224"/>
              </a:spcBef>
              <a:spcAft>
                <a:spcPts val="0"/>
              </a:spcAft>
              <a:buSzPct val="95000"/>
              <a:buNone/>
            </a:pPr>
            <a:r>
              <a:rPr lang="en-US" sz="1600"/>
              <a:t>        A.chiken biryani</a:t>
            </a:r>
            <a:endParaRPr sz="1600"/>
          </a:p>
          <a:p>
            <a:pPr indent="-514350" lvl="0" marL="514350" rtl="0" algn="l">
              <a:spcBef>
                <a:spcPts val="224"/>
              </a:spcBef>
              <a:spcAft>
                <a:spcPts val="0"/>
              </a:spcAft>
              <a:buSzPct val="95000"/>
              <a:buNone/>
            </a:pPr>
            <a:r>
              <a:rPr lang="en-US" sz="1600"/>
              <a:t>        B. mutton biryani</a:t>
            </a:r>
            <a:endParaRPr sz="1600"/>
          </a:p>
          <a:p>
            <a:pPr indent="-514350" lvl="0" marL="514350" rtl="0" algn="l">
              <a:spcBef>
                <a:spcPts val="224"/>
              </a:spcBef>
              <a:spcAft>
                <a:spcPts val="0"/>
              </a:spcAft>
              <a:buSzPct val="95000"/>
              <a:buNone/>
            </a:pPr>
            <a:r>
              <a:rPr lang="en-US" sz="1600"/>
              <a:t>   *kabab</a:t>
            </a:r>
            <a:endParaRPr sz="1600"/>
          </a:p>
          <a:p>
            <a:pPr indent="-514350" lvl="0" marL="514350" rtl="0" algn="l">
              <a:spcBef>
                <a:spcPts val="224"/>
              </a:spcBef>
              <a:spcAft>
                <a:spcPts val="0"/>
              </a:spcAft>
              <a:buSzPct val="95000"/>
              <a:buNone/>
            </a:pPr>
            <a:r>
              <a:rPr lang="en-US" sz="1600"/>
              <a:t>   *curry</a:t>
            </a:r>
            <a:endParaRPr/>
          </a:p>
          <a:p>
            <a:pPr indent="-514350" lvl="0" marL="514350" rtl="0" algn="l">
              <a:spcBef>
                <a:spcPts val="224"/>
              </a:spcBef>
              <a:spcAft>
                <a:spcPts val="0"/>
              </a:spcAft>
              <a:buSzPct val="95000"/>
              <a:buNone/>
            </a:pPr>
            <a:r>
              <a:rPr lang="en-US" sz="1600"/>
              <a:t>   *pepper fry</a:t>
            </a:r>
            <a:endParaRPr/>
          </a:p>
          <a:p>
            <a:pPr indent="-514350" lvl="0" marL="514350" rtl="0" algn="l">
              <a:spcBef>
                <a:spcPts val="224"/>
              </a:spcBef>
              <a:spcAft>
                <a:spcPts val="0"/>
              </a:spcAft>
              <a:buSzPct val="95000"/>
              <a:buNone/>
            </a:pPr>
            <a:r>
              <a:rPr lang="en-US" sz="1600"/>
              <a:t>3. Beverages (put some image)</a:t>
            </a:r>
            <a:endParaRPr/>
          </a:p>
          <a:p>
            <a:pPr indent="-514350" lvl="0" marL="514350" rtl="0" algn="l">
              <a:spcBef>
                <a:spcPts val="224"/>
              </a:spcBef>
              <a:spcAft>
                <a:spcPts val="0"/>
              </a:spcAft>
              <a:buSzPct val="95000"/>
              <a:buNone/>
            </a:pPr>
            <a:r>
              <a:rPr lang="en-US" sz="1600"/>
              <a:t>    *coffee</a:t>
            </a:r>
            <a:endParaRPr/>
          </a:p>
          <a:p>
            <a:pPr indent="-514350" lvl="0" marL="514350" rtl="0" algn="l">
              <a:spcBef>
                <a:spcPts val="224"/>
              </a:spcBef>
              <a:spcAft>
                <a:spcPts val="0"/>
              </a:spcAft>
              <a:buSzPct val="95000"/>
              <a:buNone/>
            </a:pPr>
            <a:r>
              <a:rPr lang="en-US" sz="1600"/>
              <a:t>     *Tea</a:t>
            </a:r>
            <a:endParaRPr/>
          </a:p>
          <a:p>
            <a:pPr indent="-514350" lvl="0" marL="514350" rtl="0" algn="l">
              <a:spcBef>
                <a:spcPts val="224"/>
              </a:spcBef>
              <a:spcAft>
                <a:spcPts val="0"/>
              </a:spcAft>
              <a:buSzPct val="95000"/>
              <a:buNone/>
            </a:pPr>
            <a:r>
              <a:rPr lang="en-US" sz="1600"/>
              <a:t>        i.black tea</a:t>
            </a:r>
            <a:endParaRPr/>
          </a:p>
          <a:p>
            <a:pPr indent="-514350" lvl="0" marL="514350" rtl="0" algn="l">
              <a:spcBef>
                <a:spcPts val="224"/>
              </a:spcBef>
              <a:spcAft>
                <a:spcPts val="0"/>
              </a:spcAft>
              <a:buSzPct val="95000"/>
              <a:buNone/>
            </a:pPr>
            <a:r>
              <a:rPr lang="en-US" sz="1600"/>
              <a:t>        ii. Green tea</a:t>
            </a:r>
            <a:endParaRPr/>
          </a:p>
          <a:p>
            <a:pPr indent="-514350" lvl="0" marL="514350" rtl="0" algn="l">
              <a:spcBef>
                <a:spcPts val="224"/>
              </a:spcBef>
              <a:spcAft>
                <a:spcPts val="0"/>
              </a:spcAft>
              <a:buSzPct val="95000"/>
              <a:buNone/>
            </a:pPr>
            <a:r>
              <a:rPr lang="en-US" sz="1600"/>
              <a:t>     *soft drink</a:t>
            </a:r>
            <a:endParaRPr/>
          </a:p>
          <a:p>
            <a:pPr indent="-514350" lvl="0" marL="514350" rtl="0" algn="l">
              <a:spcBef>
                <a:spcPts val="224"/>
              </a:spcBef>
              <a:spcAft>
                <a:spcPts val="0"/>
              </a:spcAft>
              <a:buSzPct val="95000"/>
              <a:buNone/>
            </a:pPr>
            <a:r>
              <a:rPr lang="en-US" sz="1600"/>
              <a:t>       o.coke</a:t>
            </a:r>
            <a:endParaRPr sz="1600"/>
          </a:p>
          <a:p>
            <a:pPr indent="-514350" lvl="0" marL="514350" rtl="0" algn="l">
              <a:spcBef>
                <a:spcPts val="224"/>
              </a:spcBef>
              <a:spcAft>
                <a:spcPts val="0"/>
              </a:spcAft>
              <a:buSzPct val="95000"/>
              <a:buNone/>
            </a:pPr>
            <a:r>
              <a:rPr lang="en-US" sz="1600"/>
              <a:t>       o.pepsi</a:t>
            </a:r>
            <a:endParaRPr sz="1600"/>
          </a:p>
          <a:p>
            <a:pPr indent="-514350" lvl="0" marL="514350" rtl="0" algn="l">
              <a:spcBef>
                <a:spcPts val="224"/>
              </a:spcBef>
              <a:spcAft>
                <a:spcPts val="0"/>
              </a:spcAft>
              <a:buSzPct val="95000"/>
              <a:buNone/>
            </a:pPr>
            <a:r>
              <a:rPr lang="en-US" sz="1600"/>
              <a:t>       o.fanta</a:t>
            </a:r>
            <a:endParaRPr sz="1600"/>
          </a:p>
          <a:p>
            <a:pPr indent="-514350" lvl="0" marL="514350" rtl="0" algn="l">
              <a:spcBef>
                <a:spcPts val="224"/>
              </a:spcBef>
              <a:spcAft>
                <a:spcPts val="0"/>
              </a:spcAft>
              <a:buSzPct val="95000"/>
              <a:buNone/>
            </a:pPr>
            <a:r>
              <a:rPr lang="en-US" sz="1600"/>
              <a:t>       o.maaza</a:t>
            </a:r>
            <a:endParaRPr sz="1600"/>
          </a:p>
          <a:p>
            <a:pPr indent="-514350" lvl="0" marL="514350" rtl="0" algn="l">
              <a:spcBef>
                <a:spcPts val="224"/>
              </a:spcBef>
              <a:spcAft>
                <a:spcPts val="0"/>
              </a:spcAft>
              <a:buSzPct val="95000"/>
              <a:buNone/>
            </a:pPr>
            <a:r>
              <a:rPr lang="en-US" sz="1600"/>
              <a:t>       o.sprite</a:t>
            </a:r>
            <a:endParaRPr sz="1600"/>
          </a:p>
          <a:p>
            <a:pPr indent="-514350" lvl="0" marL="514350" rtl="0" algn="l">
              <a:spcBef>
                <a:spcPts val="224"/>
              </a:spcBef>
              <a:spcAft>
                <a:spcPts val="0"/>
              </a:spcAft>
              <a:buSzPct val="95000"/>
              <a:buNone/>
            </a:pPr>
            <a:r>
              <a:rPr lang="en-US" sz="1600"/>
              <a:t>  </a:t>
            </a:r>
            <a:endParaRPr/>
          </a:p>
          <a:p>
            <a:pPr indent="-514350" lvl="0" marL="514350" rtl="0" algn="l">
              <a:spcBef>
                <a:spcPts val="224"/>
              </a:spcBef>
              <a:spcAft>
                <a:spcPts val="0"/>
              </a:spcAft>
              <a:buSzPct val="95000"/>
              <a:buFont typeface="Arial"/>
              <a:buChar char="•"/>
            </a:pPr>
            <a:r>
              <a:rPr lang="en-US" sz="1600"/>
              <a:t>*    Refers to circle type</a:t>
            </a:r>
            <a:endParaRPr/>
          </a:p>
          <a:p>
            <a:pPr indent="-514350" lvl="0" marL="514350" rtl="0" algn="l">
              <a:spcBef>
                <a:spcPts val="224"/>
              </a:spcBef>
              <a:spcAft>
                <a:spcPts val="0"/>
              </a:spcAft>
              <a:buSzPct val="95000"/>
              <a:buFont typeface="Arial"/>
              <a:buChar char="•"/>
            </a:pPr>
            <a:r>
              <a:rPr lang="en-US" sz="1600"/>
              <a:t>O  refers to square type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Anchors and URL</a:t>
            </a:r>
            <a:endParaRPr>
              <a:latin typeface="Constantia"/>
              <a:ea typeface="Constantia"/>
              <a:cs typeface="Constantia"/>
              <a:sym typeface="Constantia"/>
            </a:endParaRPr>
          </a:p>
        </p:txBody>
      </p:sp>
      <p:sp>
        <p:nvSpPr>
          <p:cNvPr id="315" name="Google Shape;315;p4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609600" lvl="0" marL="609600" rtl="0" algn="l">
              <a:spcBef>
                <a:spcPts val="0"/>
              </a:spcBef>
              <a:spcAft>
                <a:spcPts val="0"/>
              </a:spcAft>
              <a:buSzPts val="2470"/>
              <a:buFont typeface="Constantia"/>
              <a:buNone/>
            </a:pPr>
            <a:r>
              <a:rPr lang="en-US"/>
              <a:t>In this chapter you will learn about Uniform Resource Locator, and how to add them as Anchor or Links inside your web pages.</a:t>
            </a:r>
            <a:endParaRPr/>
          </a:p>
          <a:p>
            <a:pPr indent="-609600" lvl="0" marL="609600" rtl="0" algn="l">
              <a:spcBef>
                <a:spcPts val="520"/>
              </a:spcBef>
              <a:spcAft>
                <a:spcPts val="0"/>
              </a:spcAft>
              <a:buClr>
                <a:schemeClr val="lt1"/>
              </a:buClr>
              <a:buSzPts val="2470"/>
              <a:buFont typeface="Noto Sans Symbols"/>
              <a:buNone/>
            </a:pPr>
            <a:r>
              <a:rPr b="1" lang="en-US"/>
              <a:t>Objectives</a:t>
            </a:r>
            <a:endParaRPr/>
          </a:p>
          <a:p>
            <a:pPr indent="-609600" lvl="0" marL="609600" rtl="0" algn="l">
              <a:spcBef>
                <a:spcPts val="520"/>
              </a:spcBef>
              <a:spcAft>
                <a:spcPts val="0"/>
              </a:spcAft>
              <a:buClr>
                <a:schemeClr val="lt1"/>
              </a:buClr>
              <a:buSzPts val="2470"/>
              <a:buFont typeface="Noto Sans Symbols"/>
              <a:buNone/>
            </a:pPr>
            <a:r>
              <a:rPr lang="en-US"/>
              <a:t>Upon completing this section, you should be able to</a:t>
            </a:r>
            <a:endParaRPr/>
          </a:p>
          <a:p>
            <a:pPr indent="-609600" lvl="0" marL="609600" rtl="0" algn="l">
              <a:spcBef>
                <a:spcPts val="520"/>
              </a:spcBef>
              <a:spcAft>
                <a:spcPts val="0"/>
              </a:spcAft>
              <a:buClr>
                <a:schemeClr val="lt1"/>
              </a:buClr>
              <a:buSzPts val="2470"/>
              <a:buFont typeface="Noto Sans Symbols"/>
              <a:buAutoNum type="arabicPeriod"/>
            </a:pPr>
            <a:r>
              <a:rPr lang="en-US"/>
              <a:t>Insert links into documents.</a:t>
            </a:r>
            <a:endParaRPr/>
          </a:p>
          <a:p>
            <a:pPr indent="-609600" lvl="0" marL="609600" rtl="0" algn="l">
              <a:spcBef>
                <a:spcPts val="520"/>
              </a:spcBef>
              <a:spcAft>
                <a:spcPts val="0"/>
              </a:spcAft>
              <a:buClr>
                <a:schemeClr val="lt1"/>
              </a:buClr>
              <a:buSzPts val="2470"/>
              <a:buFont typeface="Noto Sans Symbols"/>
              <a:buAutoNum type="arabicPeriod"/>
            </a:pPr>
            <a:r>
              <a:rPr lang="en-US"/>
              <a:t>Define Link Types.</a:t>
            </a:r>
            <a:endParaRPr/>
          </a:p>
          <a:p>
            <a:pPr indent="-609600" lvl="0" marL="609600" rtl="0" algn="l">
              <a:spcBef>
                <a:spcPts val="520"/>
              </a:spcBef>
              <a:spcAft>
                <a:spcPts val="0"/>
              </a:spcAft>
              <a:buClr>
                <a:schemeClr val="lt1"/>
              </a:buClr>
              <a:buSzPts val="2470"/>
              <a:buFont typeface="Noto Sans Symbols"/>
              <a:buAutoNum type="arabicPeriod"/>
            </a:pPr>
            <a:r>
              <a:rPr lang="en-US"/>
              <a:t>Define URL.</a:t>
            </a:r>
            <a:endParaRPr/>
          </a:p>
          <a:p>
            <a:pPr indent="-609600" lvl="0" marL="609600" rtl="0" algn="l">
              <a:spcBef>
                <a:spcPts val="520"/>
              </a:spcBef>
              <a:spcAft>
                <a:spcPts val="0"/>
              </a:spcAft>
              <a:buClr>
                <a:schemeClr val="lt1"/>
              </a:buClr>
              <a:buSzPts val="2470"/>
              <a:buFont typeface="Noto Sans Symbols"/>
              <a:buAutoNum type="arabicPeriod"/>
            </a:pPr>
            <a:r>
              <a:rPr lang="en-US"/>
              <a:t>List some commonly used URLs.</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9"/>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Audio and Video tag</a:t>
            </a:r>
            <a:endParaRPr>
              <a:latin typeface="Constantia"/>
              <a:ea typeface="Constantia"/>
              <a:cs typeface="Constantia"/>
              <a:sym typeface="Constantia"/>
            </a:endParaRPr>
          </a:p>
        </p:txBody>
      </p:sp>
      <p:sp>
        <p:nvSpPr>
          <p:cNvPr id="321" name="Google Shape;321;p49"/>
          <p:cNvSpPr txBox="1"/>
          <p:nvPr>
            <p:ph idx="1" type="body"/>
          </p:nvPr>
        </p:nvSpPr>
        <p:spPr>
          <a:xfrm>
            <a:off x="457200" y="1935480"/>
            <a:ext cx="8229600" cy="46177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To insert audio or video to our page we have audio tag and video tag</a:t>
            </a:r>
            <a:endParaRPr/>
          </a:p>
          <a:p>
            <a:pPr indent="-274320" lvl="0" marL="274320" rtl="0" algn="l">
              <a:spcBef>
                <a:spcPts val="520"/>
              </a:spcBef>
              <a:spcAft>
                <a:spcPts val="0"/>
              </a:spcAft>
              <a:buSzPts val="2470"/>
              <a:buChar char="⚫"/>
            </a:pPr>
            <a:r>
              <a:rPr lang="en-US"/>
              <a:t>For audio : &lt;audio controls&gt;</a:t>
            </a:r>
            <a:endParaRPr/>
          </a:p>
          <a:p>
            <a:pPr indent="-274320" lvl="0" marL="274320" rtl="0" algn="l">
              <a:spcBef>
                <a:spcPts val="520"/>
              </a:spcBef>
              <a:spcAft>
                <a:spcPts val="0"/>
              </a:spcAft>
              <a:buSzPts val="2470"/>
              <a:buNone/>
            </a:pPr>
            <a:r>
              <a:rPr lang="en-US"/>
              <a:t>                      &lt;source src="song.mp3"&gt;</a:t>
            </a:r>
            <a:endParaRPr/>
          </a:p>
          <a:p>
            <a:pPr indent="-274320" lvl="0" marL="274320" rtl="0" algn="l">
              <a:spcBef>
                <a:spcPts val="520"/>
              </a:spcBef>
              <a:spcAft>
                <a:spcPts val="0"/>
              </a:spcAft>
              <a:buSzPts val="2470"/>
              <a:buNone/>
            </a:pPr>
            <a:r>
              <a:rPr lang="en-US"/>
              <a:t>                      &lt;/audio&gt;</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For video : &lt;video controls&gt;</a:t>
            </a:r>
            <a:endParaRPr/>
          </a:p>
          <a:p>
            <a:pPr indent="-274320" lvl="0" marL="274320" rtl="0" algn="l">
              <a:spcBef>
                <a:spcPts val="520"/>
              </a:spcBef>
              <a:spcAft>
                <a:spcPts val="0"/>
              </a:spcAft>
              <a:buSzPts val="2470"/>
              <a:buNone/>
            </a:pPr>
            <a:r>
              <a:rPr lang="en-US"/>
              <a:t>                      &lt;source src=“video.mp4"&gt;</a:t>
            </a:r>
            <a:endParaRPr/>
          </a:p>
          <a:p>
            <a:pPr indent="-274320" lvl="0" marL="274320" rtl="0" algn="l">
              <a:spcBef>
                <a:spcPts val="520"/>
              </a:spcBef>
              <a:spcAft>
                <a:spcPts val="0"/>
              </a:spcAft>
              <a:buSzPts val="2470"/>
              <a:buNone/>
            </a:pPr>
            <a:r>
              <a:rPr lang="en-US"/>
              <a:t>                      &lt;/video&gt;</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title"/>
          </p:nvPr>
        </p:nvSpPr>
        <p:spPr>
          <a:xfrm>
            <a:off x="457200" y="428604"/>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Table</a:t>
            </a:r>
            <a:endParaRPr>
              <a:latin typeface="Constantia"/>
              <a:ea typeface="Constantia"/>
              <a:cs typeface="Constantia"/>
              <a:sym typeface="Constantia"/>
            </a:endParaRPr>
          </a:p>
        </p:txBody>
      </p:sp>
      <p:sp>
        <p:nvSpPr>
          <p:cNvPr id="327" name="Google Shape;327;p50"/>
          <p:cNvSpPr txBox="1"/>
          <p:nvPr>
            <p:ph idx="1" type="body"/>
          </p:nvPr>
        </p:nvSpPr>
        <p:spPr>
          <a:xfrm>
            <a:off x="457200" y="1676400"/>
            <a:ext cx="8229600" cy="4648200"/>
          </a:xfrm>
          <a:prstGeom prst="rect">
            <a:avLst/>
          </a:prstGeom>
          <a:noFill/>
          <a:ln>
            <a:noFill/>
          </a:ln>
        </p:spPr>
        <p:txBody>
          <a:bodyPr anchorCtr="0" anchor="t" bIns="45700" lIns="91425" spcFirstLastPara="1" rIns="91425" wrap="square" tIns="45700">
            <a:normAutofit/>
          </a:bodyPr>
          <a:lstStyle/>
          <a:p>
            <a:pPr indent="-609600" lvl="0" marL="609600" rtl="0" algn="l">
              <a:spcBef>
                <a:spcPts val="0"/>
              </a:spcBef>
              <a:spcAft>
                <a:spcPts val="0"/>
              </a:spcAft>
              <a:buSzPts val="2660"/>
              <a:buFont typeface="Constantia"/>
              <a:buNone/>
            </a:pPr>
            <a:r>
              <a:rPr lang="en-US" sz="2800"/>
              <a:t>In this chapter you will learn that tables have many uses in </a:t>
            </a:r>
            <a:endParaRPr/>
          </a:p>
          <a:p>
            <a:pPr indent="-609600" lvl="0" marL="609600" rtl="0" algn="l">
              <a:spcBef>
                <a:spcPts val="560"/>
              </a:spcBef>
              <a:spcAft>
                <a:spcPts val="0"/>
              </a:spcAft>
              <a:buSzPts val="2660"/>
              <a:buFont typeface="Constantia"/>
              <a:buNone/>
            </a:pPr>
            <a:r>
              <a:rPr lang="en-US" sz="2800"/>
              <a:t>HTML. </a:t>
            </a:r>
            <a:endParaRPr/>
          </a:p>
          <a:p>
            <a:pPr indent="-609600" lvl="0" marL="609600" rtl="0" algn="l">
              <a:spcBef>
                <a:spcPts val="560"/>
              </a:spcBef>
              <a:spcAft>
                <a:spcPts val="0"/>
              </a:spcAft>
              <a:buSzPts val="2660"/>
              <a:buFont typeface="Constantia"/>
              <a:buNone/>
            </a:pPr>
            <a:r>
              <a:rPr lang="en-US" sz="2800"/>
              <a:t>Objectives:</a:t>
            </a:r>
            <a:endParaRPr/>
          </a:p>
          <a:p>
            <a:pPr indent="-609600" lvl="0" marL="609600" rtl="0" algn="l">
              <a:spcBef>
                <a:spcPts val="560"/>
              </a:spcBef>
              <a:spcAft>
                <a:spcPts val="0"/>
              </a:spcAft>
              <a:buSzPts val="2660"/>
              <a:buFont typeface="Constantia"/>
              <a:buNone/>
            </a:pPr>
            <a:r>
              <a:rPr lang="en-US" sz="2800"/>
              <a:t>Upon completing this section, you should be able to:</a:t>
            </a:r>
            <a:endParaRPr/>
          </a:p>
          <a:p>
            <a:pPr indent="-609600" lvl="0" marL="609600" rtl="0" algn="l">
              <a:spcBef>
                <a:spcPts val="560"/>
              </a:spcBef>
              <a:spcAft>
                <a:spcPts val="0"/>
              </a:spcAft>
              <a:buClr>
                <a:schemeClr val="lt1"/>
              </a:buClr>
              <a:buSzPts val="2660"/>
              <a:buFont typeface="Arial"/>
              <a:buAutoNum type="arabicPeriod"/>
            </a:pPr>
            <a:r>
              <a:rPr lang="en-US" sz="2800"/>
              <a:t>Insert a table.</a:t>
            </a:r>
            <a:endParaRPr/>
          </a:p>
          <a:p>
            <a:pPr indent="-609600" lvl="0" marL="609600" rtl="0" algn="l">
              <a:spcBef>
                <a:spcPts val="560"/>
              </a:spcBef>
              <a:spcAft>
                <a:spcPts val="0"/>
              </a:spcAft>
              <a:buClr>
                <a:schemeClr val="lt1"/>
              </a:buClr>
              <a:buSzPts val="2660"/>
              <a:buFont typeface="Arial"/>
              <a:buAutoNum type="arabicPeriod"/>
            </a:pPr>
            <a:r>
              <a:rPr lang="en-US" sz="2800"/>
              <a:t>Explain a table’s attributes.</a:t>
            </a:r>
            <a:endParaRPr/>
          </a:p>
          <a:p>
            <a:pPr indent="-609600" lvl="0" marL="609600" rtl="0" algn="l">
              <a:spcBef>
                <a:spcPts val="560"/>
              </a:spcBef>
              <a:spcAft>
                <a:spcPts val="0"/>
              </a:spcAft>
              <a:buClr>
                <a:schemeClr val="lt1"/>
              </a:buClr>
              <a:buSzPts val="2660"/>
              <a:buFont typeface="Arial"/>
              <a:buAutoNum type="arabicPeriod"/>
            </a:pPr>
            <a:r>
              <a:rPr lang="en-US" sz="2800"/>
              <a:t>Edit a table.</a:t>
            </a:r>
            <a:endParaRPr/>
          </a:p>
          <a:p>
            <a:pPr indent="-609600" lvl="0" marL="609600" rtl="0" algn="l">
              <a:spcBef>
                <a:spcPts val="560"/>
              </a:spcBef>
              <a:spcAft>
                <a:spcPts val="0"/>
              </a:spcAft>
              <a:buClr>
                <a:schemeClr val="lt1"/>
              </a:buClr>
              <a:buSzPts val="2660"/>
              <a:buFont typeface="Arial"/>
              <a:buAutoNum type="arabicPeriod"/>
            </a:pPr>
            <a:r>
              <a:rPr lang="en-US" sz="2800"/>
              <a:t>Add a table header.</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type="title"/>
          </p:nvPr>
        </p:nvSpPr>
        <p:spPr>
          <a:xfrm>
            <a:off x="4572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Table</a:t>
            </a:r>
            <a:endParaRPr/>
          </a:p>
        </p:txBody>
      </p:sp>
      <p:sp>
        <p:nvSpPr>
          <p:cNvPr id="334" name="Google Shape;334;p51"/>
          <p:cNvSpPr txBox="1"/>
          <p:nvPr>
            <p:ph idx="1" type="body"/>
          </p:nvPr>
        </p:nvSpPr>
        <p:spPr>
          <a:xfrm>
            <a:off x="457200" y="1676400"/>
            <a:ext cx="8229600" cy="4648200"/>
          </a:xfrm>
          <a:prstGeom prst="rect">
            <a:avLst/>
          </a:prstGeom>
          <a:noFill/>
          <a:ln>
            <a:noFill/>
          </a:ln>
        </p:spPr>
        <p:txBody>
          <a:bodyPr anchorCtr="0" anchor="t" bIns="45700" lIns="91425" spcFirstLastPara="1" rIns="91425" wrap="square" tIns="45700">
            <a:normAutofit fontScale="92500"/>
          </a:bodyPr>
          <a:lstStyle/>
          <a:p>
            <a:pPr indent="-609600" lvl="0" marL="609600" rtl="0" algn="l">
              <a:lnSpc>
                <a:spcPct val="150000"/>
              </a:lnSpc>
              <a:spcBef>
                <a:spcPts val="0"/>
              </a:spcBef>
              <a:spcAft>
                <a:spcPts val="0"/>
              </a:spcAft>
              <a:buClr>
                <a:schemeClr val="lt1"/>
              </a:buClr>
              <a:buSzPct val="95000"/>
              <a:buFont typeface="Noto Sans Symbols"/>
              <a:buChar char="▪"/>
            </a:pPr>
            <a:r>
              <a:rPr lang="en-US"/>
              <a:t>The &lt;table&gt;&lt;/table&gt; element has four sub-elements:</a:t>
            </a:r>
            <a:endParaRPr/>
          </a:p>
          <a:p>
            <a:pPr indent="-609600" lvl="0" marL="609600" rtl="0" algn="l">
              <a:lnSpc>
                <a:spcPct val="150000"/>
              </a:lnSpc>
              <a:spcBef>
                <a:spcPts val="481"/>
              </a:spcBef>
              <a:spcAft>
                <a:spcPts val="0"/>
              </a:spcAft>
              <a:buClr>
                <a:schemeClr val="lt1"/>
              </a:buClr>
              <a:buSzPct val="95000"/>
              <a:buFont typeface="Arial"/>
              <a:buAutoNum type="arabicPeriod"/>
            </a:pPr>
            <a:r>
              <a:rPr lang="en-US"/>
              <a:t>Table Row&lt;tr&gt;&lt;/tr&gt;.</a:t>
            </a:r>
            <a:endParaRPr/>
          </a:p>
          <a:p>
            <a:pPr indent="-609600" lvl="0" marL="609600" rtl="0" algn="l">
              <a:lnSpc>
                <a:spcPct val="150000"/>
              </a:lnSpc>
              <a:spcBef>
                <a:spcPts val="481"/>
              </a:spcBef>
              <a:spcAft>
                <a:spcPts val="0"/>
              </a:spcAft>
              <a:buClr>
                <a:schemeClr val="lt1"/>
              </a:buClr>
              <a:buSzPct val="95000"/>
              <a:buFont typeface="Arial"/>
              <a:buAutoNum type="arabicPeriod"/>
            </a:pPr>
            <a:r>
              <a:rPr lang="en-US"/>
              <a:t>Table Header &lt;th&gt;&lt;/th&gt;.</a:t>
            </a:r>
            <a:endParaRPr/>
          </a:p>
          <a:p>
            <a:pPr indent="-609600" lvl="0" marL="609600" rtl="0" algn="l">
              <a:lnSpc>
                <a:spcPct val="150000"/>
              </a:lnSpc>
              <a:spcBef>
                <a:spcPts val="481"/>
              </a:spcBef>
              <a:spcAft>
                <a:spcPts val="0"/>
              </a:spcAft>
              <a:buClr>
                <a:schemeClr val="lt1"/>
              </a:buClr>
              <a:buSzPct val="95000"/>
              <a:buFont typeface="Arial"/>
              <a:buAutoNum type="arabicPeriod"/>
            </a:pPr>
            <a:r>
              <a:rPr lang="en-US"/>
              <a:t>Table Data &lt;td&gt;&lt;/td&gt;.</a:t>
            </a:r>
            <a:endParaRPr/>
          </a:p>
          <a:p>
            <a:pPr indent="-609600" lvl="0" marL="609600" rtl="0" algn="l">
              <a:lnSpc>
                <a:spcPct val="150000"/>
              </a:lnSpc>
              <a:spcBef>
                <a:spcPts val="481"/>
              </a:spcBef>
              <a:spcAft>
                <a:spcPts val="0"/>
              </a:spcAft>
              <a:buClr>
                <a:schemeClr val="lt1"/>
              </a:buClr>
              <a:buSzPct val="95000"/>
              <a:buFont typeface="Arial"/>
              <a:buAutoNum type="arabicPeriod"/>
            </a:pPr>
            <a:r>
              <a:rPr lang="en-US"/>
              <a:t>Caption &lt;caption&gt;&lt;/caption&gt;.</a:t>
            </a:r>
            <a:endParaRPr/>
          </a:p>
          <a:p>
            <a:pPr indent="-609600" lvl="0" marL="609600" rtl="0" algn="l">
              <a:lnSpc>
                <a:spcPct val="150000"/>
              </a:lnSpc>
              <a:spcBef>
                <a:spcPts val="481"/>
              </a:spcBef>
              <a:spcAft>
                <a:spcPts val="0"/>
              </a:spcAft>
              <a:buClr>
                <a:schemeClr val="lt1"/>
              </a:buClr>
              <a:buSzPct val="95000"/>
              <a:buFont typeface="Noto Sans Symbols"/>
              <a:buChar char="▪"/>
            </a:pPr>
            <a:r>
              <a:rPr lang="en-US"/>
              <a:t>The table row elements usually contain table header elements or table data elements.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2"/>
          <p:cNvSpPr txBox="1"/>
          <p:nvPr>
            <p:ph type="title"/>
          </p:nvPr>
        </p:nvSpPr>
        <p:spPr>
          <a:xfrm>
            <a:off x="4572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Table attribute</a:t>
            </a:r>
            <a:endParaRPr>
              <a:latin typeface="Constantia"/>
              <a:ea typeface="Constantia"/>
              <a:cs typeface="Constantia"/>
              <a:sym typeface="Constantia"/>
            </a:endParaRPr>
          </a:p>
        </p:txBody>
      </p:sp>
      <p:sp>
        <p:nvSpPr>
          <p:cNvPr id="341" name="Google Shape;341;p52"/>
          <p:cNvSpPr txBox="1"/>
          <p:nvPr>
            <p:ph idx="1" type="body"/>
          </p:nvPr>
        </p:nvSpPr>
        <p:spPr>
          <a:xfrm>
            <a:off x="457200" y="1752600"/>
            <a:ext cx="8229600" cy="45720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Clr>
                <a:schemeClr val="lt1"/>
              </a:buClr>
              <a:buSzPts val="2660"/>
              <a:buNone/>
            </a:pPr>
            <a:r>
              <a:rPr b="1" lang="en-US" sz="2800"/>
              <a:t>   BG Color:</a:t>
            </a:r>
            <a:r>
              <a:rPr lang="en-US" sz="2800"/>
              <a:t> Some browsers support background colors in a table.</a:t>
            </a:r>
            <a:endParaRPr/>
          </a:p>
          <a:p>
            <a:pPr indent="-274320" lvl="0" marL="274320" rtl="0" algn="l">
              <a:spcBef>
                <a:spcPts val="560"/>
              </a:spcBef>
              <a:spcAft>
                <a:spcPts val="0"/>
              </a:spcAft>
              <a:buClr>
                <a:schemeClr val="lt1"/>
              </a:buClr>
              <a:buSzPts val="2660"/>
              <a:buNone/>
            </a:pPr>
            <a:r>
              <a:rPr lang="en-US" sz="2800"/>
              <a:t>   </a:t>
            </a:r>
            <a:r>
              <a:rPr b="1" lang="en-US" sz="2800"/>
              <a:t>Background:</a:t>
            </a:r>
            <a:r>
              <a:rPr lang="en-US" sz="2800"/>
              <a:t> Addition of  images</a:t>
            </a:r>
            <a:endParaRPr/>
          </a:p>
          <a:p>
            <a:pPr indent="-274320" lvl="0" marL="274320" rtl="0" algn="l">
              <a:spcBef>
                <a:spcPts val="560"/>
              </a:spcBef>
              <a:spcAft>
                <a:spcPts val="0"/>
              </a:spcAft>
              <a:buClr>
                <a:schemeClr val="lt1"/>
              </a:buClr>
              <a:buSzPts val="2660"/>
              <a:buNone/>
            </a:pPr>
            <a:r>
              <a:rPr b="1" lang="en-US" sz="2800"/>
              <a:t>   Border:</a:t>
            </a:r>
            <a:r>
              <a:rPr lang="en-US" sz="2800"/>
              <a:t> You can choose a numerical value for the border width, which specifies the border in pixels.</a:t>
            </a:r>
            <a:endParaRPr/>
          </a:p>
          <a:p>
            <a:pPr indent="-274320" lvl="0" marL="274320" rtl="0" algn="l">
              <a:spcBef>
                <a:spcPts val="560"/>
              </a:spcBef>
              <a:spcAft>
                <a:spcPts val="0"/>
              </a:spcAft>
              <a:buClr>
                <a:schemeClr val="lt1"/>
              </a:buClr>
              <a:buSzPts val="2660"/>
              <a:buFont typeface="Noto Sans Symbols"/>
              <a:buChar char="▪"/>
            </a:pPr>
            <a:r>
              <a:rPr b="1" lang="en-US" sz="2800"/>
              <a:t>Cell spacing:</a:t>
            </a:r>
            <a:r>
              <a:rPr lang="en-US" sz="2800"/>
              <a:t> Cell Spacing represents the space between cells and is specified in pixels.</a:t>
            </a:r>
            <a:endParaRPr/>
          </a:p>
          <a:p>
            <a:pPr indent="-274320" lvl="0" marL="274320" rtl="0" algn="l">
              <a:spcBef>
                <a:spcPts val="560"/>
              </a:spcBef>
              <a:spcAft>
                <a:spcPts val="0"/>
              </a:spcAft>
              <a:buClr>
                <a:schemeClr val="lt1"/>
              </a:buClr>
              <a:buSzPts val="2660"/>
              <a:buFont typeface="Noto Sans Symbols"/>
              <a:buChar char="▪"/>
            </a:pPr>
            <a:r>
              <a:rPr b="1" lang="en-US" sz="2800"/>
              <a:t>Cell Padding:</a:t>
            </a:r>
            <a:r>
              <a:rPr lang="en-US" sz="2800"/>
              <a:t> Cell Padding is the space between the cell border and the cell contents and is specified in pixels.</a:t>
            </a:r>
            <a:endParaRPr/>
          </a:p>
          <a:p>
            <a:pPr indent="-105410" lvl="0" marL="274320" rtl="0" algn="l">
              <a:spcBef>
                <a:spcPts val="560"/>
              </a:spcBef>
              <a:spcAft>
                <a:spcPts val="0"/>
              </a:spcAft>
              <a:buClr>
                <a:schemeClr val="lt1"/>
              </a:buClr>
              <a:buSzPts val="2660"/>
              <a:buFont typeface="Noto Sans Symbols"/>
              <a:buNone/>
            </a:pPr>
            <a:r>
              <a:t/>
            </a:r>
            <a:endParaRPr sz="2800"/>
          </a:p>
          <a:p>
            <a:pPr indent="-274320" lvl="0" marL="274320" rtl="0" algn="l">
              <a:spcBef>
                <a:spcPts val="520"/>
              </a:spcBef>
              <a:spcAft>
                <a:spcPts val="0"/>
              </a:spcAft>
              <a:buSzPts val="247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3"/>
          <p:cNvSpPr txBox="1"/>
          <p:nvPr>
            <p:ph type="title"/>
          </p:nvPr>
        </p:nvSpPr>
        <p:spPr>
          <a:xfrm>
            <a:off x="457200" y="3810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Table attribute</a:t>
            </a:r>
            <a:endParaRPr>
              <a:latin typeface="Constantia"/>
              <a:ea typeface="Constantia"/>
              <a:cs typeface="Constantia"/>
              <a:sym typeface="Constantia"/>
            </a:endParaRPr>
          </a:p>
        </p:txBody>
      </p:sp>
      <p:sp>
        <p:nvSpPr>
          <p:cNvPr id="347" name="Google Shape;347;p5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lnSpcReduction="10000"/>
          </a:bodyPr>
          <a:lstStyle/>
          <a:p>
            <a:pPr indent="-117475" lvl="0" marL="274320" rtl="0" algn="l">
              <a:spcBef>
                <a:spcPts val="0"/>
              </a:spcBef>
              <a:spcAft>
                <a:spcPts val="0"/>
              </a:spcAft>
              <a:buClr>
                <a:schemeClr val="lt1"/>
              </a:buClr>
              <a:buSzPts val="2470"/>
              <a:buFont typeface="Noto Sans Symbols"/>
              <a:buNone/>
            </a:pPr>
            <a:r>
              <a:t/>
            </a:r>
            <a:endParaRPr b="1"/>
          </a:p>
          <a:p>
            <a:pPr indent="-274320" lvl="0" marL="274320" rtl="0" algn="l">
              <a:spcBef>
                <a:spcPts val="520"/>
              </a:spcBef>
              <a:spcAft>
                <a:spcPts val="0"/>
              </a:spcAft>
              <a:buClr>
                <a:schemeClr val="lt1"/>
              </a:buClr>
              <a:buSzPts val="2470"/>
              <a:buFont typeface="Noto Sans Symbols"/>
              <a:buChar char="▪"/>
            </a:pPr>
            <a:r>
              <a:rPr b="1" lang="en-US"/>
              <a:t>Align:</a:t>
            </a:r>
            <a:r>
              <a:rPr lang="en-US"/>
              <a:t> Tables can have left, right, or center alignment. </a:t>
            </a:r>
            <a:endParaRPr/>
          </a:p>
          <a:p>
            <a:pPr indent="-274320" lvl="0" marL="274320" rtl="0" algn="l">
              <a:spcBef>
                <a:spcPts val="520"/>
              </a:spcBef>
              <a:spcAft>
                <a:spcPts val="0"/>
              </a:spcAft>
              <a:buClr>
                <a:schemeClr val="lt1"/>
              </a:buClr>
              <a:buSzPts val="2470"/>
              <a:buNone/>
            </a:pPr>
            <a:r>
              <a:rPr b="1" lang="en-US"/>
              <a:t>    Font color</a:t>
            </a:r>
            <a:r>
              <a:rPr lang="en-US"/>
              <a:t> : To change the font color inside the table</a:t>
            </a:r>
            <a:endParaRPr/>
          </a:p>
          <a:p>
            <a:pPr indent="-274320" lvl="0" marL="274320" rtl="0" algn="l">
              <a:spcBef>
                <a:spcPts val="520"/>
              </a:spcBef>
              <a:spcAft>
                <a:spcPts val="0"/>
              </a:spcAft>
              <a:buClr>
                <a:schemeClr val="lt1"/>
              </a:buClr>
              <a:buSzPts val="2470"/>
              <a:buFont typeface="Noto Sans Symbols"/>
              <a:buChar char="▪"/>
            </a:pPr>
            <a:r>
              <a:rPr b="1" lang="en-US"/>
              <a:t>Border Color: </a:t>
            </a:r>
            <a:r>
              <a:rPr lang="en-US"/>
              <a:t>To change the border color.</a:t>
            </a:r>
            <a:endParaRPr b="1"/>
          </a:p>
          <a:p>
            <a:pPr indent="-274320" lvl="0" marL="274320" rtl="0" algn="l">
              <a:spcBef>
                <a:spcPts val="520"/>
              </a:spcBef>
              <a:spcAft>
                <a:spcPts val="0"/>
              </a:spcAft>
              <a:buClr>
                <a:schemeClr val="lt1"/>
              </a:buClr>
              <a:buSzPts val="2470"/>
              <a:buFont typeface="Noto Sans Symbols"/>
              <a:buChar char="▪"/>
            </a:pPr>
            <a:r>
              <a:rPr b="1" lang="en-US"/>
              <a:t>Table caption </a:t>
            </a:r>
            <a:r>
              <a:rPr lang="en-US"/>
              <a:t>: A table caption allows you to specify a line of text that will appear centered above or below the table.</a:t>
            </a:r>
            <a:endParaRPr/>
          </a:p>
          <a:p>
            <a:pPr indent="-274320" lvl="0" marL="274320" rtl="0" algn="l">
              <a:spcBef>
                <a:spcPts val="520"/>
              </a:spcBef>
              <a:spcAft>
                <a:spcPts val="0"/>
              </a:spcAft>
              <a:buClr>
                <a:schemeClr val="lt1"/>
              </a:buClr>
              <a:buSzPts val="2470"/>
              <a:buFont typeface="Noto Sans Symbols"/>
              <a:buChar char="▪"/>
            </a:pPr>
            <a:r>
              <a:rPr b="1" lang="en-US"/>
              <a:t>Rowspan</a:t>
            </a:r>
            <a:r>
              <a:rPr lang="en-US"/>
              <a:t>: To merge the rows</a:t>
            </a:r>
            <a:endParaRPr/>
          </a:p>
          <a:p>
            <a:pPr indent="-274320" lvl="0" marL="274320" rtl="0" algn="l">
              <a:spcBef>
                <a:spcPts val="520"/>
              </a:spcBef>
              <a:spcAft>
                <a:spcPts val="0"/>
              </a:spcAft>
              <a:buClr>
                <a:schemeClr val="lt1"/>
              </a:buClr>
              <a:buSzPts val="2470"/>
              <a:buFont typeface="Noto Sans Symbols"/>
              <a:buChar char="▪"/>
            </a:pPr>
            <a:r>
              <a:rPr b="1" lang="en-US"/>
              <a:t>Colspan</a:t>
            </a:r>
            <a:r>
              <a:rPr lang="en-US"/>
              <a:t>:To merge the columns</a:t>
            </a:r>
            <a:endParaRPr/>
          </a:p>
          <a:p>
            <a:pPr indent="-274320" lvl="0" marL="274320" rtl="0" algn="l">
              <a:spcBef>
                <a:spcPts val="480"/>
              </a:spcBef>
              <a:spcAft>
                <a:spcPts val="0"/>
              </a:spcAft>
              <a:buClr>
                <a:schemeClr val="lt1"/>
              </a:buClr>
              <a:buSzPts val="2280"/>
              <a:buFont typeface="Noto Sans Symbols"/>
              <a:buChar char="▪"/>
            </a:pPr>
            <a:r>
              <a:rPr b="1" lang="en-US" sz="2400"/>
              <a:t>&lt;caption align=“bottom”&gt; Label For My Table &lt;/caption&gt;</a:t>
            </a:r>
            <a:endParaRPr/>
          </a:p>
          <a:p>
            <a:pPr indent="-117475" lvl="0" marL="274320" rtl="0" algn="l">
              <a:spcBef>
                <a:spcPts val="520"/>
              </a:spcBef>
              <a:spcAft>
                <a:spcPts val="0"/>
              </a:spcAft>
              <a:buClr>
                <a:schemeClr val="lt1"/>
              </a:buClr>
              <a:buSzPts val="2470"/>
              <a:buFont typeface="Noto Sans Symbols"/>
              <a:buNone/>
            </a:pPr>
            <a:r>
              <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4"/>
          <p:cNvSpPr txBox="1"/>
          <p:nvPr>
            <p:ph type="title"/>
          </p:nvPr>
        </p:nvSpPr>
        <p:spPr>
          <a:xfrm>
            <a:off x="4572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Assignment</a:t>
            </a:r>
            <a:endParaRPr>
              <a:latin typeface="Constantia"/>
              <a:ea typeface="Constantia"/>
              <a:cs typeface="Constantia"/>
              <a:sym typeface="Constantia"/>
            </a:endParaRPr>
          </a:p>
        </p:txBody>
      </p:sp>
      <p:pic>
        <p:nvPicPr>
          <p:cNvPr descr="Capture7.PNG" id="353" name="Google Shape;353;p54"/>
          <p:cNvPicPr preferRelativeResize="0"/>
          <p:nvPr>
            <p:ph idx="1" type="body"/>
          </p:nvPr>
        </p:nvPicPr>
        <p:blipFill rotWithShape="1">
          <a:blip r:embed="rId3">
            <a:alphaModFix/>
          </a:blip>
          <a:srcRect b="0" l="0" r="0" t="0"/>
          <a:stretch/>
        </p:blipFill>
        <p:spPr>
          <a:xfrm>
            <a:off x="1560001" y="1935163"/>
            <a:ext cx="6023997" cy="438943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Shapes and Co-Ordinates</a:t>
            </a:r>
            <a:endParaRPr>
              <a:latin typeface="Constantia"/>
              <a:ea typeface="Constantia"/>
              <a:cs typeface="Constantia"/>
              <a:sym typeface="Constantia"/>
            </a:endParaRPr>
          </a:p>
        </p:txBody>
      </p:sp>
      <p:sp>
        <p:nvSpPr>
          <p:cNvPr id="359" name="Google Shape;359;p5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Types of Shapes</a:t>
            </a:r>
            <a:endParaRPr/>
          </a:p>
          <a:p>
            <a:pPr indent="-246888" lvl="2" marL="914400" rtl="0" algn="l">
              <a:spcBef>
                <a:spcPts val="480"/>
              </a:spcBef>
              <a:spcAft>
                <a:spcPts val="0"/>
              </a:spcAft>
              <a:buSzPts val="1680"/>
              <a:buChar char="⚫"/>
            </a:pPr>
            <a:r>
              <a:rPr lang="en-US" sz="2400"/>
              <a:t>Rectangle🡪 used for squares and ordered shapes.</a:t>
            </a:r>
            <a:endParaRPr/>
          </a:p>
          <a:p>
            <a:pPr indent="-246888" lvl="2" marL="914400" rtl="0" algn="l">
              <a:spcBef>
                <a:spcPts val="480"/>
              </a:spcBef>
              <a:spcAft>
                <a:spcPts val="0"/>
              </a:spcAft>
              <a:buSzPts val="1680"/>
              <a:buChar char="⚫"/>
            </a:pPr>
            <a:r>
              <a:rPr lang="en-US" sz="2400"/>
              <a:t>Circle 🡪 used for circles.</a:t>
            </a:r>
            <a:endParaRPr/>
          </a:p>
          <a:p>
            <a:pPr indent="-246887" lvl="2" marL="914400" rtl="0" algn="l">
              <a:spcBef>
                <a:spcPts val="480"/>
              </a:spcBef>
              <a:spcAft>
                <a:spcPts val="0"/>
              </a:spcAft>
              <a:buSzPts val="1680"/>
              <a:buNone/>
            </a:pPr>
            <a:r>
              <a:t/>
            </a:r>
            <a:endParaRPr sz="2400"/>
          </a:p>
          <a:p>
            <a:pPr indent="-274320" lvl="0" marL="274320" rtl="0" algn="l">
              <a:spcBef>
                <a:spcPts val="560"/>
              </a:spcBef>
              <a:spcAft>
                <a:spcPts val="0"/>
              </a:spcAft>
              <a:buSzPts val="2660"/>
              <a:buChar char="⚫"/>
            </a:pPr>
            <a:r>
              <a:rPr lang="en-US" sz="2800"/>
              <a:t>Number of coordination's for each shape:</a:t>
            </a:r>
            <a:endParaRPr/>
          </a:p>
          <a:p>
            <a:pPr indent="-246888" lvl="2" marL="914400" rtl="0" algn="l">
              <a:spcBef>
                <a:spcPts val="480"/>
              </a:spcBef>
              <a:spcAft>
                <a:spcPts val="0"/>
              </a:spcAft>
              <a:buSzPts val="1680"/>
              <a:buChar char="⚫"/>
            </a:pPr>
            <a:r>
              <a:rPr lang="en-US" sz="2400"/>
              <a:t>Rectangle 🡪4 numbers for two corners</a:t>
            </a:r>
            <a:endParaRPr/>
          </a:p>
          <a:p>
            <a:pPr indent="-246888" lvl="2" marL="914400" rtl="0" algn="l">
              <a:spcBef>
                <a:spcPts val="480"/>
              </a:spcBef>
              <a:spcAft>
                <a:spcPts val="0"/>
              </a:spcAft>
              <a:buSzPts val="1680"/>
              <a:buChar char="⚫"/>
            </a:pPr>
            <a:r>
              <a:rPr lang="en-US" sz="2400"/>
              <a:t>Circle 🡪3 numbers for the center &amp; R</a:t>
            </a:r>
            <a:endParaRPr/>
          </a:p>
          <a:p>
            <a:pPr indent="-246887" lvl="2" marL="914400" rtl="0" algn="l">
              <a:spcBef>
                <a:spcPts val="480"/>
              </a:spcBef>
              <a:spcAft>
                <a:spcPts val="0"/>
              </a:spcAft>
              <a:buSzPts val="1680"/>
              <a:buNone/>
            </a:pPr>
            <a:r>
              <a:t/>
            </a:r>
            <a:endParaRPr sz="2400"/>
          </a:p>
          <a:p>
            <a:pPr indent="-246887" lvl="2" marL="914400" rtl="0" algn="l">
              <a:spcBef>
                <a:spcPts val="420"/>
              </a:spcBef>
              <a:spcAft>
                <a:spcPts val="0"/>
              </a:spcAft>
              <a:buSzPts val="1470"/>
              <a:buFont typeface="Constantia"/>
              <a:buNone/>
            </a:pPr>
            <a:r>
              <a:t/>
            </a:r>
            <a:endParaRPr/>
          </a:p>
          <a:p>
            <a:pPr indent="-246887" lvl="2" marL="914400" rtl="0" algn="l">
              <a:spcBef>
                <a:spcPts val="420"/>
              </a:spcBef>
              <a:spcAft>
                <a:spcPts val="0"/>
              </a:spcAft>
              <a:buSzPts val="1470"/>
              <a:buFont typeface="Constantia"/>
              <a:buNone/>
            </a:pPr>
            <a:r>
              <a:t/>
            </a:r>
            <a:endParaRPr/>
          </a:p>
          <a:p>
            <a:pPr indent="-246887" lvl="2" marL="914400" rtl="0" algn="l">
              <a:spcBef>
                <a:spcPts val="420"/>
              </a:spcBef>
              <a:spcAft>
                <a:spcPts val="0"/>
              </a:spcAft>
              <a:buSzPts val="1470"/>
              <a:buFont typeface="Constantia"/>
              <a:buNone/>
            </a:pPr>
            <a:r>
              <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6"/>
          <p:cNvSpPr txBox="1"/>
          <p:nvPr>
            <p:ph type="title"/>
          </p:nvPr>
        </p:nvSpPr>
        <p:spPr>
          <a:xfrm>
            <a:off x="4572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 Image Mapping</a:t>
            </a:r>
            <a:endParaRPr>
              <a:latin typeface="Constantia"/>
              <a:ea typeface="Constantia"/>
              <a:cs typeface="Constantia"/>
              <a:sym typeface="Constantia"/>
            </a:endParaRPr>
          </a:p>
        </p:txBody>
      </p:sp>
      <p:sp>
        <p:nvSpPr>
          <p:cNvPr id="365" name="Google Shape;365;p56"/>
          <p:cNvSpPr txBox="1"/>
          <p:nvPr>
            <p:ph idx="1" type="body"/>
          </p:nvPr>
        </p:nvSpPr>
        <p:spPr>
          <a:xfrm>
            <a:off x="304800" y="1828800"/>
            <a:ext cx="8839200" cy="50292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660"/>
              <a:buChar char="⚫"/>
            </a:pPr>
            <a:r>
              <a:rPr lang="en-US" sz="2800"/>
              <a:t>Image maps (USEMAP) use a map file that is part of the HTML document (in an element called MAP), and is linked to the image by the Web browser.</a:t>
            </a:r>
            <a:endParaRPr/>
          </a:p>
          <a:p>
            <a:pPr indent="-274320" lvl="0" marL="274320" rtl="0" algn="l">
              <a:spcBef>
                <a:spcPts val="560"/>
              </a:spcBef>
              <a:spcAft>
                <a:spcPts val="0"/>
              </a:spcAft>
              <a:buSzPts val="2660"/>
              <a:buNone/>
            </a:pPr>
            <a:r>
              <a:t/>
            </a:r>
            <a:endParaRPr sz="2800"/>
          </a:p>
          <a:p>
            <a:pPr indent="-274320" lvl="0" marL="274320" rtl="0" algn="l">
              <a:lnSpc>
                <a:spcPct val="80000"/>
              </a:lnSpc>
              <a:spcBef>
                <a:spcPts val="400"/>
              </a:spcBef>
              <a:spcAft>
                <a:spcPts val="0"/>
              </a:spcAft>
              <a:buClr>
                <a:schemeClr val="dk1"/>
              </a:buClr>
              <a:buSzPts val="1900"/>
              <a:buFont typeface="Calibri"/>
              <a:buNone/>
            </a:pPr>
            <a:r>
              <a:rPr b="1" lang="en-US" sz="2000">
                <a:latin typeface="Calibri"/>
                <a:ea typeface="Calibri"/>
                <a:cs typeface="Calibri"/>
                <a:sym typeface="Calibri"/>
              </a:rPr>
              <a:t>&lt;img src="workplace.jpg" alt="Workplace" usemap="#workmap"&gt;</a:t>
            </a:r>
            <a:endParaRPr/>
          </a:p>
          <a:p>
            <a:pPr indent="-274320" lvl="0" marL="274320" rtl="0" algn="l">
              <a:lnSpc>
                <a:spcPct val="80000"/>
              </a:lnSpc>
              <a:spcBef>
                <a:spcPts val="400"/>
              </a:spcBef>
              <a:spcAft>
                <a:spcPts val="0"/>
              </a:spcAft>
              <a:buClr>
                <a:schemeClr val="dk1"/>
              </a:buClr>
              <a:buSzPts val="1900"/>
              <a:buFont typeface="Constantia"/>
              <a:buNone/>
            </a:pPr>
            <a:r>
              <a:t/>
            </a:r>
            <a:endParaRPr b="1" sz="2000">
              <a:latin typeface="Calibri"/>
              <a:ea typeface="Calibri"/>
              <a:cs typeface="Calibri"/>
              <a:sym typeface="Calibri"/>
            </a:endParaRPr>
          </a:p>
          <a:p>
            <a:pPr indent="-274320" lvl="0" marL="274320" rtl="0" algn="l">
              <a:lnSpc>
                <a:spcPct val="80000"/>
              </a:lnSpc>
              <a:spcBef>
                <a:spcPts val="400"/>
              </a:spcBef>
              <a:spcAft>
                <a:spcPts val="0"/>
              </a:spcAft>
              <a:buClr>
                <a:schemeClr val="dk1"/>
              </a:buClr>
              <a:buSzPts val="1900"/>
              <a:buFont typeface="Calibri"/>
              <a:buNone/>
            </a:pPr>
            <a:r>
              <a:rPr b="1" lang="en-US" sz="2000">
                <a:latin typeface="Calibri"/>
                <a:ea typeface="Calibri"/>
                <a:cs typeface="Calibri"/>
                <a:sym typeface="Calibri"/>
              </a:rPr>
              <a:t>&lt;map name="workmap"&gt;</a:t>
            </a:r>
            <a:endParaRPr/>
          </a:p>
          <a:p>
            <a:pPr indent="-274320" lvl="0" marL="274320" rtl="0" algn="l">
              <a:lnSpc>
                <a:spcPct val="80000"/>
              </a:lnSpc>
              <a:spcBef>
                <a:spcPts val="400"/>
              </a:spcBef>
              <a:spcAft>
                <a:spcPts val="0"/>
              </a:spcAft>
              <a:buClr>
                <a:schemeClr val="dk1"/>
              </a:buClr>
              <a:buSzPts val="1900"/>
              <a:buFont typeface="Constantia"/>
              <a:buNone/>
            </a:pPr>
            <a:r>
              <a:t/>
            </a:r>
            <a:endParaRPr b="1" sz="2000">
              <a:latin typeface="Calibri"/>
              <a:ea typeface="Calibri"/>
              <a:cs typeface="Calibri"/>
              <a:sym typeface="Calibri"/>
            </a:endParaRPr>
          </a:p>
          <a:p>
            <a:pPr indent="-274320" lvl="0" marL="274320" rtl="0" algn="l">
              <a:lnSpc>
                <a:spcPct val="80000"/>
              </a:lnSpc>
              <a:spcBef>
                <a:spcPts val="400"/>
              </a:spcBef>
              <a:spcAft>
                <a:spcPts val="0"/>
              </a:spcAft>
              <a:buClr>
                <a:schemeClr val="dk1"/>
              </a:buClr>
              <a:buSzPts val="1900"/>
              <a:buFont typeface="Calibri"/>
              <a:buNone/>
            </a:pPr>
            <a:r>
              <a:rPr b="1" lang="en-US" sz="2000">
                <a:latin typeface="Calibri"/>
                <a:ea typeface="Calibri"/>
                <a:cs typeface="Calibri"/>
                <a:sym typeface="Calibri"/>
              </a:rPr>
              <a:t>&lt;area shape="rect" coords="34,44,270,350" alt="Computer" href=“list.html"&gt;</a:t>
            </a:r>
            <a:endParaRPr/>
          </a:p>
          <a:p>
            <a:pPr indent="-274320" lvl="0" marL="274320" rtl="0" algn="l">
              <a:lnSpc>
                <a:spcPct val="80000"/>
              </a:lnSpc>
              <a:spcBef>
                <a:spcPts val="400"/>
              </a:spcBef>
              <a:spcAft>
                <a:spcPts val="0"/>
              </a:spcAft>
              <a:buClr>
                <a:schemeClr val="dk1"/>
              </a:buClr>
              <a:buSzPts val="1900"/>
              <a:buFont typeface="Constantia"/>
              <a:buNone/>
            </a:pPr>
            <a:r>
              <a:t/>
            </a:r>
            <a:endParaRPr b="1" sz="2000">
              <a:latin typeface="Calibri"/>
              <a:ea typeface="Calibri"/>
              <a:cs typeface="Calibri"/>
              <a:sym typeface="Calibri"/>
            </a:endParaRPr>
          </a:p>
          <a:p>
            <a:pPr indent="-274320" lvl="0" marL="274320" rtl="0" algn="l">
              <a:lnSpc>
                <a:spcPct val="80000"/>
              </a:lnSpc>
              <a:spcBef>
                <a:spcPts val="400"/>
              </a:spcBef>
              <a:spcAft>
                <a:spcPts val="0"/>
              </a:spcAft>
              <a:buClr>
                <a:schemeClr val="dk1"/>
              </a:buClr>
              <a:buSzPts val="1900"/>
              <a:buFont typeface="Calibri"/>
              <a:buNone/>
            </a:pPr>
            <a:r>
              <a:rPr b="1" lang="en-US" sz="2000">
                <a:latin typeface="Calibri"/>
                <a:ea typeface="Calibri"/>
                <a:cs typeface="Calibri"/>
                <a:sym typeface="Calibri"/>
              </a:rPr>
              <a:t>&lt;area shape="rect" coords="290,172,333,250" alt="Phone" href=“galery.html"&gt;</a:t>
            </a:r>
            <a:endParaRPr/>
          </a:p>
          <a:p>
            <a:pPr indent="-274320" lvl="0" marL="274320" rtl="0" algn="l">
              <a:lnSpc>
                <a:spcPct val="80000"/>
              </a:lnSpc>
              <a:spcBef>
                <a:spcPts val="400"/>
              </a:spcBef>
              <a:spcAft>
                <a:spcPts val="0"/>
              </a:spcAft>
              <a:buClr>
                <a:schemeClr val="dk1"/>
              </a:buClr>
              <a:buSzPts val="1900"/>
              <a:buFont typeface="Constantia"/>
              <a:buNone/>
            </a:pPr>
            <a:r>
              <a:t/>
            </a:r>
            <a:endParaRPr b="1" sz="2000">
              <a:latin typeface="Calibri"/>
              <a:ea typeface="Calibri"/>
              <a:cs typeface="Calibri"/>
              <a:sym typeface="Calibri"/>
            </a:endParaRPr>
          </a:p>
          <a:p>
            <a:pPr indent="-274320" lvl="0" marL="274320" rtl="0" algn="l">
              <a:lnSpc>
                <a:spcPct val="80000"/>
              </a:lnSpc>
              <a:spcBef>
                <a:spcPts val="400"/>
              </a:spcBef>
              <a:spcAft>
                <a:spcPts val="0"/>
              </a:spcAft>
              <a:buClr>
                <a:schemeClr val="dk1"/>
              </a:buClr>
              <a:buSzPts val="1900"/>
              <a:buFont typeface="Calibri"/>
              <a:buNone/>
            </a:pPr>
            <a:r>
              <a:rPr b="1" lang="en-US" sz="2000">
                <a:latin typeface="Calibri"/>
                <a:ea typeface="Calibri"/>
                <a:cs typeface="Calibri"/>
                <a:sym typeface="Calibri"/>
              </a:rPr>
              <a:t>&lt;area shape="circle" coords="337,300,44" alt="Coffee" href=“index.htm"&gt;</a:t>
            </a:r>
            <a:endParaRPr/>
          </a:p>
          <a:p>
            <a:pPr indent="-274320" lvl="0" marL="274320" rtl="0" algn="l">
              <a:lnSpc>
                <a:spcPct val="80000"/>
              </a:lnSpc>
              <a:spcBef>
                <a:spcPts val="400"/>
              </a:spcBef>
              <a:spcAft>
                <a:spcPts val="0"/>
              </a:spcAft>
              <a:buClr>
                <a:schemeClr val="dk1"/>
              </a:buClr>
              <a:buSzPts val="1900"/>
              <a:buFont typeface="Constantia"/>
              <a:buNone/>
            </a:pPr>
            <a:r>
              <a:t/>
            </a:r>
            <a:endParaRPr b="1" sz="2000">
              <a:latin typeface="Calibri"/>
              <a:ea typeface="Calibri"/>
              <a:cs typeface="Calibri"/>
              <a:sym typeface="Calibri"/>
            </a:endParaRPr>
          </a:p>
          <a:p>
            <a:pPr indent="-274320" lvl="0" marL="274320" rtl="0" algn="l">
              <a:lnSpc>
                <a:spcPct val="80000"/>
              </a:lnSpc>
              <a:spcBef>
                <a:spcPts val="400"/>
              </a:spcBef>
              <a:spcAft>
                <a:spcPts val="0"/>
              </a:spcAft>
              <a:buClr>
                <a:schemeClr val="dk1"/>
              </a:buClr>
              <a:buSzPts val="1900"/>
              <a:buFont typeface="Calibri"/>
              <a:buNone/>
            </a:pPr>
            <a:r>
              <a:rPr b="1" lang="en-US" sz="2000">
                <a:latin typeface="Calibri"/>
                <a:ea typeface="Calibri"/>
                <a:cs typeface="Calibri"/>
                <a:sym typeface="Calibri"/>
              </a:rPr>
              <a:t>&lt;/map&gt;</a:t>
            </a:r>
            <a:endParaRPr b="1" sz="2000">
              <a:solidFill>
                <a:srgbClr val="FF0000"/>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7"/>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Emoji’s in HTML</a:t>
            </a:r>
            <a:endParaRPr>
              <a:latin typeface="Constantia"/>
              <a:ea typeface="Constantia"/>
              <a:cs typeface="Constantia"/>
              <a:sym typeface="Constantia"/>
            </a:endParaRPr>
          </a:p>
        </p:txBody>
      </p:sp>
      <p:sp>
        <p:nvSpPr>
          <p:cNvPr id="371" name="Google Shape;371;p5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50000"/>
              </a:lnSpc>
              <a:spcBef>
                <a:spcPts val="0"/>
              </a:spcBef>
              <a:spcAft>
                <a:spcPts val="0"/>
              </a:spcAft>
              <a:buSzPts val="2470"/>
              <a:buChar char="⚫"/>
            </a:pPr>
            <a:r>
              <a:rPr lang="en-US"/>
              <a:t>Emoji’s look like images, or icons, but they are not.</a:t>
            </a:r>
            <a:endParaRPr/>
          </a:p>
          <a:p>
            <a:pPr indent="-274320" lvl="0" marL="274320" rtl="0" algn="l">
              <a:lnSpc>
                <a:spcPct val="150000"/>
              </a:lnSpc>
              <a:spcBef>
                <a:spcPts val="520"/>
              </a:spcBef>
              <a:spcAft>
                <a:spcPts val="0"/>
              </a:spcAft>
              <a:buSzPts val="2470"/>
              <a:buChar char="⚫"/>
            </a:pPr>
            <a:r>
              <a:rPr lang="en-US"/>
              <a:t>They are letters (characters) from the UTF-8 (Unicode) character set.</a:t>
            </a:r>
            <a:endParaRPr/>
          </a:p>
          <a:p>
            <a:pPr indent="-274320" lvl="0" marL="274320" rtl="0" algn="l">
              <a:lnSpc>
                <a:spcPct val="150000"/>
              </a:lnSpc>
              <a:spcBef>
                <a:spcPts val="520"/>
              </a:spcBef>
              <a:spcAft>
                <a:spcPts val="0"/>
              </a:spcAft>
              <a:buSzPts val="2470"/>
              <a:buChar char="⚫"/>
            </a:pPr>
            <a:r>
              <a:rPr lang="en-US"/>
              <a:t>UTF-8 covers almost all of the characters and symbols in the world.</a:t>
            </a:r>
            <a:endParaRPr/>
          </a:p>
          <a:p>
            <a:pPr indent="-274320" lvl="0" marL="274320" rtl="0" algn="l">
              <a:lnSpc>
                <a:spcPct val="150000"/>
              </a:lnSpc>
              <a:spcBef>
                <a:spcPts val="520"/>
              </a:spcBef>
              <a:spcAft>
                <a:spcPts val="0"/>
              </a:spcAft>
              <a:buSzPts val="2470"/>
              <a:buChar char="⚫"/>
            </a:pPr>
            <a:r>
              <a:rPr lang="en-US"/>
              <a:t>&lt;p&gt; First letter in alphabets is A &lt;p&gt;</a:t>
            </a:r>
            <a:endParaRPr/>
          </a:p>
          <a:p>
            <a:pPr indent="-274320" lvl="0" marL="274320" rtl="0" algn="l">
              <a:lnSpc>
                <a:spcPct val="150000"/>
              </a:lnSpc>
              <a:spcBef>
                <a:spcPts val="520"/>
              </a:spcBef>
              <a:spcAft>
                <a:spcPts val="0"/>
              </a:spcAft>
              <a:buSzPts val="2470"/>
              <a:buChar char="⚫"/>
            </a:pPr>
            <a:r>
              <a:rPr lang="en-US"/>
              <a:t>&lt;p&gt; First letter in alphabets is &amp;#65; &lt;p&gt;</a:t>
            </a:r>
            <a:endParaRPr/>
          </a:p>
          <a:p>
            <a:pPr indent="-274320" lvl="0" marL="274320" rtl="0" algn="l">
              <a:spcBef>
                <a:spcPts val="520"/>
              </a:spcBef>
              <a:spcAft>
                <a:spcPts val="0"/>
              </a:spcAft>
              <a:buSzPts val="247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8"/>
          <p:cNvSpPr txBox="1"/>
          <p:nvPr>
            <p:ph type="title"/>
          </p:nvPr>
        </p:nvSpPr>
        <p:spPr>
          <a:xfrm>
            <a:off x="4572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Forms</a:t>
            </a:r>
            <a:endParaRPr>
              <a:latin typeface="Constantia"/>
              <a:ea typeface="Constantia"/>
              <a:cs typeface="Constantia"/>
              <a:sym typeface="Constantia"/>
            </a:endParaRPr>
          </a:p>
        </p:txBody>
      </p:sp>
      <p:sp>
        <p:nvSpPr>
          <p:cNvPr id="377" name="Google Shape;377;p58"/>
          <p:cNvSpPr txBox="1"/>
          <p:nvPr>
            <p:ph idx="1" type="body"/>
          </p:nvPr>
        </p:nvSpPr>
        <p:spPr>
          <a:xfrm>
            <a:off x="457200" y="1676400"/>
            <a:ext cx="8229600" cy="464820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SzPct val="95000"/>
              <a:buNone/>
            </a:pPr>
            <a:r>
              <a:rPr lang="en-US" sz="2800"/>
              <a:t>To insert a form we use the &lt;form&gt;&lt;/form&gt; tags.</a:t>
            </a:r>
            <a:endParaRPr/>
          </a:p>
          <a:p>
            <a:pPr indent="-274320" lvl="0" marL="274320" rtl="0" algn="l">
              <a:spcBef>
                <a:spcPts val="434"/>
              </a:spcBef>
              <a:spcAft>
                <a:spcPts val="0"/>
              </a:spcAft>
              <a:buSzPct val="95000"/>
              <a:buNone/>
            </a:pPr>
            <a:r>
              <a:rPr lang="en-US" sz="2800"/>
              <a:t>The rest of the form elements must be inserted in</a:t>
            </a:r>
            <a:endParaRPr/>
          </a:p>
          <a:p>
            <a:pPr indent="-274320" lvl="0" marL="274320" rtl="0" algn="l">
              <a:spcBef>
                <a:spcPts val="434"/>
              </a:spcBef>
              <a:spcAft>
                <a:spcPts val="0"/>
              </a:spcAft>
              <a:buSzPct val="95000"/>
              <a:buNone/>
            </a:pPr>
            <a:r>
              <a:rPr lang="en-US" sz="2800"/>
              <a:t>between the form tags.</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&lt;html&gt; &lt;head&gt;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&lt;title&gt; Sample Form&lt;/title&gt;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&lt;/head&gt;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&lt;bodybgcolor=“FFFFFF”&gt;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&lt;formaction = </a:t>
            </a:r>
            <a:r>
              <a:rPr lang="en-US" sz="2800" u="sng">
                <a:solidFill>
                  <a:schemeClr val="hlink"/>
                </a:solidFill>
                <a:hlinkClick r:id="rId3"/>
              </a:rPr>
              <a:t>http://www.xnu.com/formtest.asp</a:t>
            </a:r>
            <a:r>
              <a:rPr lang="en-US" sz="2800">
                <a:solidFill>
                  <a:srgbClr val="00B050"/>
                </a:solidFill>
              </a:rPr>
              <a:t>&gt;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&lt;p&gt; First Name: &lt;input type=“text” name=“fname” maxlength=“50”&gt; &lt;/p&gt;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&lt;p&gt; &lt;input type=“submit” name=“fsubmit” value=“Send Info”&gt; &lt;/p&gt;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&lt;/form&gt;</a:t>
            </a:r>
            <a:endParaRPr/>
          </a:p>
          <a:p>
            <a:pPr indent="-274320" lvl="0" marL="274320" rtl="0" algn="l">
              <a:spcBef>
                <a:spcPts val="434"/>
              </a:spcBef>
              <a:spcAft>
                <a:spcPts val="0"/>
              </a:spcAft>
              <a:buClr>
                <a:schemeClr val="accent2"/>
              </a:buClr>
              <a:buSzPct val="95000"/>
              <a:buFont typeface="Noto Sans Symbols"/>
              <a:buNone/>
            </a:pPr>
            <a:r>
              <a:rPr lang="en-US" sz="2800">
                <a:solidFill>
                  <a:srgbClr val="00B050"/>
                </a:solidFill>
              </a:rPr>
              <a:t>&lt;/body&gt; &lt;/html&gt;</a:t>
            </a:r>
            <a:endParaRPr>
              <a:solidFill>
                <a:srgbClr val="00B05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9"/>
          <p:cNvSpPr txBox="1"/>
          <p:nvPr>
            <p:ph type="title"/>
          </p:nvPr>
        </p:nvSpPr>
        <p:spPr>
          <a:xfrm>
            <a:off x="1752600" y="2057400"/>
            <a:ext cx="5867400" cy="289560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8800"/>
              <a:buFont typeface="Constantia"/>
              <a:buNone/>
            </a:pPr>
            <a:r>
              <a:rPr lang="en-US" sz="8800">
                <a:latin typeface="Constantia"/>
                <a:ea typeface="Constantia"/>
                <a:cs typeface="Constantia"/>
                <a:sym typeface="Constantia"/>
              </a:rPr>
              <a:t>End of HTML</a:t>
            </a:r>
            <a:endParaRPr sz="8800">
              <a:latin typeface="Constantia"/>
              <a:ea typeface="Constantia"/>
              <a:cs typeface="Constantia"/>
              <a:sym typeface="Constanti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0"/>
          <p:cNvSpPr txBox="1"/>
          <p:nvPr>
            <p:ph type="ctrTitle"/>
          </p:nvPr>
        </p:nvSpPr>
        <p:spPr>
          <a:xfrm>
            <a:off x="609600" y="1905000"/>
            <a:ext cx="7851648" cy="1828800"/>
          </a:xfrm>
          <a:prstGeom prst="rect">
            <a:avLst/>
          </a:prstGeom>
          <a:noFill/>
          <a:ln>
            <a:noFill/>
          </a:ln>
        </p:spPr>
        <p:txBody>
          <a:bodyPr anchorCtr="0" anchor="b" bIns="0" lIns="0" spcFirstLastPara="1" rIns="18275" wrap="square" tIns="0">
            <a:normAutofit/>
          </a:bodyPr>
          <a:lstStyle/>
          <a:p>
            <a:pPr indent="0" lvl="0" marL="0" rtl="0" algn="ctr">
              <a:spcBef>
                <a:spcPts val="0"/>
              </a:spcBef>
              <a:spcAft>
                <a:spcPts val="0"/>
              </a:spcAft>
              <a:buClr>
                <a:srgbClr val="4CE0EA"/>
              </a:buClr>
              <a:buSzPts val="7200"/>
              <a:buFont typeface="Constantia"/>
              <a:buNone/>
            </a:pPr>
            <a:r>
              <a:rPr lang="en-US" sz="7200">
                <a:latin typeface="Constantia"/>
                <a:ea typeface="Constantia"/>
                <a:cs typeface="Constantia"/>
                <a:sym typeface="Constantia"/>
              </a:rPr>
              <a:t>CSS</a:t>
            </a:r>
            <a:endParaRPr sz="7200">
              <a:latin typeface="Constantia"/>
              <a:ea typeface="Constantia"/>
              <a:cs typeface="Constantia"/>
              <a:sym typeface="Constantia"/>
            </a:endParaRPr>
          </a:p>
        </p:txBody>
      </p:sp>
      <p:sp>
        <p:nvSpPr>
          <p:cNvPr id="388" name="Google Shape;388;p60"/>
          <p:cNvSpPr txBox="1"/>
          <p:nvPr>
            <p:ph idx="1" type="subTitle"/>
          </p:nvPr>
        </p:nvSpPr>
        <p:spPr>
          <a:xfrm>
            <a:off x="609600" y="3733800"/>
            <a:ext cx="7854696" cy="1752600"/>
          </a:xfrm>
          <a:prstGeom prst="rect">
            <a:avLst/>
          </a:prstGeom>
          <a:noFill/>
          <a:ln>
            <a:noFill/>
          </a:ln>
        </p:spPr>
        <p:txBody>
          <a:bodyPr anchorCtr="0" anchor="t" bIns="45700" lIns="0" spcFirstLastPara="1" rIns="18275" wrap="square" tIns="45700">
            <a:normAutofit/>
          </a:bodyPr>
          <a:lstStyle/>
          <a:p>
            <a:pPr indent="0" lvl="0" marL="0" rtl="0" algn="ctr">
              <a:spcBef>
                <a:spcPts val="0"/>
              </a:spcBef>
              <a:spcAft>
                <a:spcPts val="0"/>
              </a:spcAft>
              <a:buSzPts val="2470"/>
              <a:buNone/>
            </a:pPr>
            <a:r>
              <a:rPr lang="en-US"/>
              <a:t>Cascading style sheet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1"/>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Presentation Summary</a:t>
            </a:r>
            <a:endParaRPr>
              <a:latin typeface="Constantia"/>
              <a:ea typeface="Constantia"/>
              <a:cs typeface="Constantia"/>
              <a:sym typeface="Constantia"/>
            </a:endParaRPr>
          </a:p>
        </p:txBody>
      </p:sp>
      <p:sp>
        <p:nvSpPr>
          <p:cNvPr id="394" name="Google Shape;394;p61"/>
          <p:cNvSpPr txBox="1"/>
          <p:nvPr>
            <p:ph idx="1" type="body"/>
          </p:nvPr>
        </p:nvSpPr>
        <p:spPr>
          <a:xfrm>
            <a:off x="304800" y="1828800"/>
            <a:ext cx="8839200" cy="4389120"/>
          </a:xfrm>
          <a:prstGeom prst="rect">
            <a:avLst/>
          </a:prstGeom>
          <a:noFill/>
          <a:ln>
            <a:noFill/>
          </a:ln>
        </p:spPr>
        <p:txBody>
          <a:bodyPr anchorCtr="0" anchor="t" bIns="45700" lIns="91425" spcFirstLastPara="1" rIns="91425" wrap="square" tIns="45700">
            <a:normAutofit/>
          </a:bodyPr>
          <a:lstStyle/>
          <a:p>
            <a:pPr indent="-12700" lvl="0" marL="12700" marR="1813560" rtl="0" algn="l">
              <a:lnSpc>
                <a:spcPct val="152000"/>
              </a:lnSpc>
              <a:spcBef>
                <a:spcPts val="0"/>
              </a:spcBef>
              <a:spcAft>
                <a:spcPts val="0"/>
              </a:spcAft>
              <a:buSzPts val="2660"/>
              <a:buChar char="⚫"/>
            </a:pPr>
            <a:r>
              <a:rPr lang="en-US" sz="2800">
                <a:latin typeface="Times New Roman"/>
                <a:ea typeface="Times New Roman"/>
                <a:cs typeface="Times New Roman"/>
                <a:sym typeface="Times New Roman"/>
              </a:rPr>
              <a:t>What is CSS? </a:t>
            </a:r>
            <a:endParaRPr sz="2800">
              <a:latin typeface="Times New Roman"/>
              <a:ea typeface="Times New Roman"/>
              <a:cs typeface="Times New Roman"/>
              <a:sym typeface="Times New Roman"/>
            </a:endParaRPr>
          </a:p>
          <a:p>
            <a:pPr indent="-12700" lvl="0" marL="12700" marR="1813560" rtl="0" algn="l">
              <a:lnSpc>
                <a:spcPct val="152000"/>
              </a:lnSpc>
              <a:spcBef>
                <a:spcPts val="100"/>
              </a:spcBef>
              <a:spcAft>
                <a:spcPts val="0"/>
              </a:spcAft>
              <a:buSzPts val="2660"/>
              <a:buChar char="⚫"/>
            </a:pPr>
            <a:r>
              <a:rPr lang="en-US" sz="2800">
                <a:latin typeface="Times New Roman"/>
                <a:ea typeface="Times New Roman"/>
                <a:cs typeface="Times New Roman"/>
                <a:sym typeface="Times New Roman"/>
              </a:rPr>
              <a:t>Style Sheet Implementation </a:t>
            </a:r>
            <a:endParaRPr sz="2800">
              <a:latin typeface="Times New Roman"/>
              <a:ea typeface="Times New Roman"/>
              <a:cs typeface="Times New Roman"/>
              <a:sym typeface="Times New Roman"/>
            </a:endParaRPr>
          </a:p>
          <a:p>
            <a:pPr indent="-12700" lvl="0" marL="12700" marR="1813560" rtl="0" algn="l">
              <a:lnSpc>
                <a:spcPct val="152000"/>
              </a:lnSpc>
              <a:spcBef>
                <a:spcPts val="100"/>
              </a:spcBef>
              <a:spcAft>
                <a:spcPts val="0"/>
              </a:spcAft>
              <a:buSzPts val="2660"/>
              <a:buChar char="⚫"/>
            </a:pPr>
            <a:r>
              <a:rPr lang="en-US" sz="2800">
                <a:latin typeface="Times New Roman"/>
                <a:ea typeface="Times New Roman"/>
                <a:cs typeface="Times New Roman"/>
                <a:sym typeface="Times New Roman"/>
              </a:rPr>
              <a:t>Common CSS properties  </a:t>
            </a:r>
            <a:endParaRPr/>
          </a:p>
          <a:p>
            <a:pPr indent="-12700" lvl="0" marL="12700" rtl="0" algn="l">
              <a:lnSpc>
                <a:spcPct val="100000"/>
              </a:lnSpc>
              <a:spcBef>
                <a:spcPts val="1500"/>
              </a:spcBef>
              <a:spcAft>
                <a:spcPts val="0"/>
              </a:spcAft>
              <a:buSzPts val="2660"/>
              <a:buChar char="⚫"/>
            </a:pPr>
            <a:r>
              <a:rPr lang="en-US" sz="2800">
                <a:latin typeface="Times New Roman"/>
                <a:ea typeface="Times New Roman"/>
                <a:cs typeface="Times New Roman"/>
                <a:sym typeface="Times New Roman"/>
              </a:rPr>
              <a:t>The Box Model</a:t>
            </a:r>
            <a:endParaRPr/>
          </a:p>
          <a:p>
            <a:pPr indent="-12700" lvl="0" marL="12700" rtl="0" algn="l">
              <a:spcBef>
                <a:spcPts val="1500"/>
              </a:spcBef>
              <a:spcAft>
                <a:spcPts val="0"/>
              </a:spcAft>
              <a:buSzPts val="2660"/>
              <a:buChar char="⚫"/>
            </a:pPr>
            <a:r>
              <a:rPr lang="en-US" sz="2800">
                <a:latin typeface="Times New Roman"/>
                <a:ea typeface="Times New Roman"/>
                <a:cs typeface="Times New Roman"/>
                <a:sym typeface="Times New Roman"/>
              </a:rPr>
              <a:t>HTML &amp; DIVs</a:t>
            </a:r>
            <a:endParaRPr sz="2800">
              <a:latin typeface="Times New Roman"/>
              <a:ea typeface="Times New Roman"/>
              <a:cs typeface="Times New Roman"/>
              <a:sym typeface="Times New Roman"/>
            </a:endParaRPr>
          </a:p>
          <a:p>
            <a:pPr indent="-12700" lvl="0" marL="12700" marR="213359" rtl="0" algn="l">
              <a:lnSpc>
                <a:spcPct val="152000"/>
              </a:lnSpc>
              <a:spcBef>
                <a:spcPts val="560"/>
              </a:spcBef>
              <a:spcAft>
                <a:spcPts val="0"/>
              </a:spcAft>
              <a:buSzPts val="2660"/>
              <a:buChar char="⚫"/>
            </a:pPr>
            <a:r>
              <a:rPr lang="en-US" sz="2800">
                <a:latin typeface="Times New Roman"/>
                <a:ea typeface="Times New Roman"/>
                <a:cs typeface="Times New Roman"/>
                <a:sym typeface="Times New Roman"/>
              </a:rPr>
              <a:t>CSS Rule Structure</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Introduction</a:t>
            </a:r>
            <a:endParaRPr>
              <a:latin typeface="Constantia"/>
              <a:ea typeface="Constantia"/>
              <a:cs typeface="Constantia"/>
              <a:sym typeface="Constantia"/>
            </a:endParaRPr>
          </a:p>
        </p:txBody>
      </p:sp>
      <p:sp>
        <p:nvSpPr>
          <p:cNvPr id="400" name="Google Shape;400;p62"/>
          <p:cNvSpPr txBox="1"/>
          <p:nvPr>
            <p:ph idx="1" type="body"/>
          </p:nvPr>
        </p:nvSpPr>
        <p:spPr>
          <a:xfrm>
            <a:off x="1905000" y="22860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660"/>
              <a:buChar char="⚫"/>
            </a:pPr>
            <a:r>
              <a:rPr lang="en-US" sz="2800"/>
              <a:t>What do you know about CSS?  </a:t>
            </a:r>
            <a:endParaRPr sz="2800"/>
          </a:p>
          <a:p>
            <a:pPr indent="-274320" lvl="0" marL="274320" rtl="0" algn="l">
              <a:lnSpc>
                <a:spcPct val="150000"/>
              </a:lnSpc>
              <a:spcBef>
                <a:spcPts val="560"/>
              </a:spcBef>
              <a:spcAft>
                <a:spcPts val="0"/>
              </a:spcAft>
              <a:buSzPts val="2660"/>
              <a:buChar char="⚫"/>
            </a:pPr>
            <a:r>
              <a:rPr lang="en-US" sz="2800"/>
              <a:t>What do you hope to do with CSS?  </a:t>
            </a:r>
            <a:endParaRPr sz="2800"/>
          </a:p>
          <a:p>
            <a:pPr indent="-274320" lvl="0" marL="274320" rtl="0" algn="l">
              <a:lnSpc>
                <a:spcPct val="150000"/>
              </a:lnSpc>
              <a:spcBef>
                <a:spcPts val="560"/>
              </a:spcBef>
              <a:spcAft>
                <a:spcPts val="0"/>
              </a:spcAft>
              <a:buSzPts val="2660"/>
              <a:buChar char="⚫"/>
            </a:pPr>
            <a:r>
              <a:rPr lang="en-US" sz="2800"/>
              <a:t>How familiar are you with HTML?</a:t>
            </a:r>
            <a:endParaRPr sz="2800"/>
          </a:p>
          <a:p>
            <a:pPr indent="-117475" lvl="0" marL="274320" rtl="0" algn="l">
              <a:spcBef>
                <a:spcPts val="520"/>
              </a:spcBef>
              <a:spcAft>
                <a:spcPts val="0"/>
              </a:spcAft>
              <a:buSzPts val="247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400"/>
              <a:buFont typeface="Constantia"/>
              <a:buNone/>
            </a:pPr>
            <a:r>
              <a:rPr lang="en-US" sz="5400">
                <a:latin typeface="Constantia"/>
                <a:ea typeface="Constantia"/>
                <a:cs typeface="Constantia"/>
                <a:sym typeface="Constantia"/>
              </a:rPr>
              <a:t>What is CSS?  </a:t>
            </a:r>
            <a:endParaRPr>
              <a:latin typeface="Constantia"/>
              <a:ea typeface="Constantia"/>
              <a:cs typeface="Constantia"/>
              <a:sym typeface="Constantia"/>
            </a:endParaRPr>
          </a:p>
        </p:txBody>
      </p:sp>
      <p:sp>
        <p:nvSpPr>
          <p:cNvPr id="406" name="Google Shape;406;p6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50000"/>
              </a:lnSpc>
              <a:spcBef>
                <a:spcPts val="0"/>
              </a:spcBef>
              <a:spcAft>
                <a:spcPts val="0"/>
              </a:spcAft>
              <a:buSzPts val="2470"/>
              <a:buChar char="⚫"/>
            </a:pPr>
            <a:r>
              <a:rPr lang="en-US"/>
              <a:t>The full form of CSS is  “cascading style sheet”.</a:t>
            </a:r>
            <a:endParaRPr/>
          </a:p>
          <a:p>
            <a:pPr indent="-274320" lvl="0" marL="274320" rtl="0" algn="l">
              <a:lnSpc>
                <a:spcPct val="150000"/>
              </a:lnSpc>
              <a:spcBef>
                <a:spcPts val="520"/>
              </a:spcBef>
              <a:spcAft>
                <a:spcPts val="0"/>
              </a:spcAft>
              <a:buSzPts val="2470"/>
              <a:buChar char="⚫"/>
            </a:pPr>
            <a:r>
              <a:rPr lang="en-US"/>
              <a:t>We are using CSS to apply design in our web pages.</a:t>
            </a:r>
            <a:endParaRPr/>
          </a:p>
          <a:p>
            <a:pPr indent="-274320" lvl="0" marL="274320" rtl="0" algn="l">
              <a:lnSpc>
                <a:spcPct val="150000"/>
              </a:lnSpc>
              <a:spcBef>
                <a:spcPts val="520"/>
              </a:spcBef>
              <a:spcAft>
                <a:spcPts val="0"/>
              </a:spcAft>
              <a:buSzPts val="2470"/>
              <a:buChar char="⚫"/>
            </a:pPr>
            <a:r>
              <a:rPr lang="en-US"/>
              <a:t>CSS are case-insensitive.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412" name="Google Shape;412;p6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418" name="Google Shape;418;p6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424" name="Google Shape;424;p6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430" name="Google Shape;430;p6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8"/>
          <p:cNvSpPr txBox="1"/>
          <p:nvPr>
            <p:ph type="title"/>
          </p:nvPr>
        </p:nvSpPr>
        <p:spPr>
          <a:xfrm>
            <a:off x="457200" y="533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CSS Selectors</a:t>
            </a:r>
            <a:endParaRPr>
              <a:latin typeface="Constantia"/>
              <a:ea typeface="Constantia"/>
              <a:cs typeface="Constantia"/>
              <a:sym typeface="Constantia"/>
            </a:endParaRPr>
          </a:p>
        </p:txBody>
      </p:sp>
      <p:sp>
        <p:nvSpPr>
          <p:cNvPr id="436" name="Google Shape;436;p6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2700" lvl="0" marL="12700" marR="5080" rtl="0" algn="ctr">
              <a:lnSpc>
                <a:spcPct val="100000"/>
              </a:lnSpc>
              <a:spcBef>
                <a:spcPts val="0"/>
              </a:spcBef>
              <a:spcAft>
                <a:spcPts val="0"/>
              </a:spcAft>
              <a:buSzPts val="2660"/>
              <a:buNone/>
            </a:pPr>
            <a:r>
              <a:rPr lang="en-US" sz="2800"/>
              <a:t>A CSS RULE is made up of a selector  and a declaration. A declaration consists  of property and value.</a:t>
            </a:r>
            <a:endParaRPr/>
          </a:p>
          <a:p>
            <a:pPr indent="-274320" lvl="0" marL="274320" rtl="0" algn="ctr">
              <a:lnSpc>
                <a:spcPct val="100000"/>
              </a:lnSpc>
              <a:spcBef>
                <a:spcPts val="10"/>
              </a:spcBef>
              <a:spcAft>
                <a:spcPts val="0"/>
              </a:spcAft>
              <a:buSzPts val="3420"/>
              <a:buNone/>
            </a:pPr>
            <a:r>
              <a:t/>
            </a:r>
            <a:endParaRPr sz="3600"/>
          </a:p>
          <a:p>
            <a:pPr indent="-12700" lvl="0" marL="12700" rtl="0" algn="ctr">
              <a:lnSpc>
                <a:spcPct val="100000"/>
              </a:lnSpc>
              <a:spcBef>
                <a:spcPts val="400"/>
              </a:spcBef>
              <a:spcAft>
                <a:spcPts val="0"/>
              </a:spcAft>
              <a:buSzPts val="1900"/>
              <a:buNone/>
            </a:pPr>
            <a:r>
              <a:rPr lang="en-US" sz="2000">
                <a:solidFill>
                  <a:srgbClr val="007F00"/>
                </a:solidFill>
              </a:rPr>
              <a:t>selector </a:t>
            </a:r>
            <a:r>
              <a:rPr lang="en-US" sz="2000"/>
              <a:t>{</a:t>
            </a:r>
            <a:r>
              <a:rPr lang="en-US" sz="2000">
                <a:solidFill>
                  <a:srgbClr val="980000"/>
                </a:solidFill>
              </a:rPr>
              <a:t>property: value;</a:t>
            </a:r>
            <a:r>
              <a:rPr lang="en-US" sz="2000"/>
              <a:t>}</a:t>
            </a:r>
            <a:endParaRPr sz="2000"/>
          </a:p>
          <a:p>
            <a:pPr indent="-274320" lvl="0" marL="2832100" rtl="0" algn="ctr">
              <a:lnSpc>
                <a:spcPct val="100000"/>
              </a:lnSpc>
              <a:spcBef>
                <a:spcPts val="480"/>
              </a:spcBef>
              <a:spcAft>
                <a:spcPts val="0"/>
              </a:spcAft>
              <a:buSzPts val="2280"/>
              <a:buNone/>
            </a:pPr>
            <a:r>
              <a:t/>
            </a:r>
            <a:endParaRPr sz="2400"/>
          </a:p>
          <a:p>
            <a:pPr indent="-274320" lvl="0" marL="2832100" rtl="0" algn="l">
              <a:lnSpc>
                <a:spcPct val="100000"/>
              </a:lnSpc>
              <a:spcBef>
                <a:spcPts val="480"/>
              </a:spcBef>
              <a:spcAft>
                <a:spcPts val="0"/>
              </a:spcAft>
              <a:buSzPts val="2280"/>
              <a:buNone/>
            </a:pPr>
            <a:r>
              <a:rPr lang="en-US" sz="2400"/>
              <a:t>     </a:t>
            </a:r>
            <a:r>
              <a:rPr lang="en-US" sz="2000"/>
              <a:t>declaration</a:t>
            </a:r>
            <a:endParaRPr/>
          </a:p>
          <a:p>
            <a:pPr indent="-274320" lvl="0" marL="274320" rtl="0" algn="l">
              <a:spcBef>
                <a:spcPts val="520"/>
              </a:spcBef>
              <a:spcAft>
                <a:spcPts val="0"/>
              </a:spcAft>
              <a:buSzPts val="247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9"/>
          <p:cNvSpPr txBox="1"/>
          <p:nvPr>
            <p:ph type="title"/>
          </p:nvPr>
        </p:nvSpPr>
        <p:spPr>
          <a:xfrm>
            <a:off x="381000" y="3810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CSS Selectors</a:t>
            </a:r>
            <a:endParaRPr>
              <a:latin typeface="Constantia"/>
              <a:ea typeface="Constantia"/>
              <a:cs typeface="Constantia"/>
              <a:sym typeface="Constantia"/>
            </a:endParaRPr>
          </a:p>
        </p:txBody>
      </p:sp>
      <p:sp>
        <p:nvSpPr>
          <p:cNvPr id="442" name="Google Shape;442;p6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2700" lvl="0" marL="12700" marR="5080" rtl="0" algn="l">
              <a:lnSpc>
                <a:spcPct val="100000"/>
              </a:lnSpc>
              <a:spcBef>
                <a:spcPts val="0"/>
              </a:spcBef>
              <a:spcAft>
                <a:spcPts val="0"/>
              </a:spcAft>
              <a:buSzPts val="2660"/>
              <a:buNone/>
            </a:pPr>
            <a:r>
              <a:rPr lang="en-US" sz="2800">
                <a:latin typeface="Times New Roman"/>
                <a:ea typeface="Times New Roman"/>
                <a:cs typeface="Times New Roman"/>
                <a:sym typeface="Times New Roman"/>
              </a:rPr>
              <a:t>A selector, here in </a:t>
            </a:r>
            <a:r>
              <a:rPr lang="en-US" sz="2800">
                <a:solidFill>
                  <a:srgbClr val="007F00"/>
                </a:solidFill>
                <a:latin typeface="Times New Roman"/>
                <a:ea typeface="Times New Roman"/>
                <a:cs typeface="Times New Roman"/>
                <a:sym typeface="Times New Roman"/>
              </a:rPr>
              <a:t>green</a:t>
            </a:r>
            <a:r>
              <a:rPr lang="en-US" sz="2800">
                <a:latin typeface="Times New Roman"/>
                <a:ea typeface="Times New Roman"/>
                <a:cs typeface="Times New Roman"/>
                <a:sym typeface="Times New Roman"/>
              </a:rPr>
              <a:t>, is often an element of  HTML.</a:t>
            </a:r>
            <a:endParaRPr/>
          </a:p>
          <a:p>
            <a:pPr indent="-274320" lvl="0" marL="274320" rtl="0" algn="l">
              <a:lnSpc>
                <a:spcPct val="100000"/>
              </a:lnSpc>
              <a:spcBef>
                <a:spcPts val="45"/>
              </a:spcBef>
              <a:spcAft>
                <a:spcPts val="0"/>
              </a:spcAft>
              <a:buSzPts val="2660"/>
              <a:buNone/>
            </a:pPr>
            <a:r>
              <a:t/>
            </a:r>
            <a:endParaRPr sz="2800">
              <a:latin typeface="Times New Roman"/>
              <a:ea typeface="Times New Roman"/>
              <a:cs typeface="Times New Roman"/>
              <a:sym typeface="Times New Roman"/>
            </a:endParaRPr>
          </a:p>
          <a:p>
            <a:pPr indent="-12700" lvl="0" marL="12700" marR="2657475" rtl="0" algn="l">
              <a:lnSpc>
                <a:spcPct val="121000"/>
              </a:lnSpc>
              <a:spcBef>
                <a:spcPts val="400"/>
              </a:spcBef>
              <a:spcAft>
                <a:spcPts val="0"/>
              </a:spcAft>
              <a:buSzPts val="1900"/>
              <a:buNone/>
            </a:pPr>
            <a:r>
              <a:rPr lang="en-US" sz="2000">
                <a:solidFill>
                  <a:srgbClr val="007F00"/>
                </a:solidFill>
                <a:latin typeface="Courier New"/>
                <a:ea typeface="Courier New"/>
                <a:cs typeface="Courier New"/>
                <a:sym typeface="Courier New"/>
              </a:rPr>
              <a:t>body </a:t>
            </a:r>
            <a:r>
              <a:rPr lang="en-US" sz="2000">
                <a:solidFill>
                  <a:srgbClr val="070707"/>
                </a:solidFill>
                <a:latin typeface="Courier New"/>
                <a:ea typeface="Courier New"/>
                <a:cs typeface="Courier New"/>
                <a:sym typeface="Courier New"/>
              </a:rPr>
              <a:t>{	property</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value</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  </a:t>
            </a:r>
            <a:endParaRPr/>
          </a:p>
          <a:p>
            <a:pPr indent="-12700" lvl="0" marL="12700" marR="2657475" rtl="0" algn="l">
              <a:lnSpc>
                <a:spcPct val="121000"/>
              </a:lnSpc>
              <a:spcBef>
                <a:spcPts val="400"/>
              </a:spcBef>
              <a:spcAft>
                <a:spcPts val="0"/>
              </a:spcAft>
              <a:buSzPts val="1900"/>
              <a:buNone/>
            </a:pPr>
            <a:r>
              <a:rPr lang="en-US" sz="2000">
                <a:solidFill>
                  <a:srgbClr val="007F00"/>
                </a:solidFill>
                <a:latin typeface="Courier New"/>
                <a:ea typeface="Courier New"/>
                <a:cs typeface="Courier New"/>
                <a:sym typeface="Courier New"/>
              </a:rPr>
              <a:t>h1 </a:t>
            </a:r>
            <a:r>
              <a:rPr lang="en-US" sz="2000">
                <a:solidFill>
                  <a:srgbClr val="070707"/>
                </a:solidFill>
                <a:latin typeface="Courier New"/>
                <a:ea typeface="Courier New"/>
                <a:cs typeface="Courier New"/>
                <a:sym typeface="Courier New"/>
              </a:rPr>
              <a:t>{	property</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value</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  </a:t>
            </a:r>
            <a:endParaRPr/>
          </a:p>
          <a:p>
            <a:pPr indent="-12700" lvl="0" marL="12700" marR="2657475" rtl="0" algn="l">
              <a:lnSpc>
                <a:spcPct val="121000"/>
              </a:lnSpc>
              <a:spcBef>
                <a:spcPts val="400"/>
              </a:spcBef>
              <a:spcAft>
                <a:spcPts val="0"/>
              </a:spcAft>
              <a:buSzPts val="1900"/>
              <a:buNone/>
            </a:pPr>
            <a:r>
              <a:rPr lang="en-US" sz="2000">
                <a:solidFill>
                  <a:srgbClr val="007F00"/>
                </a:solidFill>
                <a:latin typeface="Courier New"/>
                <a:ea typeface="Courier New"/>
                <a:cs typeface="Courier New"/>
                <a:sym typeface="Courier New"/>
              </a:rPr>
              <a:t>em </a:t>
            </a:r>
            <a:r>
              <a:rPr lang="en-US" sz="2000">
                <a:solidFill>
                  <a:srgbClr val="070707"/>
                </a:solidFill>
                <a:latin typeface="Courier New"/>
                <a:ea typeface="Courier New"/>
                <a:cs typeface="Courier New"/>
                <a:sym typeface="Courier New"/>
              </a:rPr>
              <a:t>{	property</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value</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  </a:t>
            </a:r>
            <a:endParaRPr/>
          </a:p>
          <a:p>
            <a:pPr indent="-12700" lvl="0" marL="12700" marR="2657475" rtl="0" algn="l">
              <a:lnSpc>
                <a:spcPct val="121000"/>
              </a:lnSpc>
              <a:spcBef>
                <a:spcPts val="400"/>
              </a:spcBef>
              <a:spcAft>
                <a:spcPts val="0"/>
              </a:spcAft>
              <a:buSzPts val="1900"/>
              <a:buNone/>
            </a:pPr>
            <a:r>
              <a:rPr lang="en-US" sz="2000">
                <a:solidFill>
                  <a:srgbClr val="007F00"/>
                </a:solidFill>
                <a:latin typeface="Courier New"/>
                <a:ea typeface="Courier New"/>
                <a:cs typeface="Courier New"/>
                <a:sym typeface="Courier New"/>
              </a:rPr>
              <a:t>p </a:t>
            </a:r>
            <a:r>
              <a:rPr lang="en-US" sz="2000">
                <a:solidFill>
                  <a:srgbClr val="070707"/>
                </a:solidFill>
                <a:latin typeface="Courier New"/>
                <a:ea typeface="Courier New"/>
                <a:cs typeface="Courier New"/>
                <a:sym typeface="Courier New"/>
              </a:rPr>
              <a:t>{	property</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value</a:t>
            </a:r>
            <a:r>
              <a:rPr b="1" lang="en-US" sz="2000">
                <a:solidFill>
                  <a:srgbClr val="070707"/>
                </a:solidFill>
                <a:latin typeface="Courier New"/>
                <a:ea typeface="Courier New"/>
                <a:cs typeface="Courier New"/>
                <a:sym typeface="Courier New"/>
              </a:rPr>
              <a:t>; </a:t>
            </a:r>
            <a:r>
              <a:rPr lang="en-US" sz="2000">
                <a:solidFill>
                  <a:srgbClr val="070707"/>
                </a:solidFill>
                <a:latin typeface="Courier New"/>
                <a:ea typeface="Courier New"/>
                <a:cs typeface="Courier New"/>
                <a:sym typeface="Courier New"/>
              </a:rPr>
              <a:t>}</a:t>
            </a:r>
            <a:endParaRPr sz="2000">
              <a:latin typeface="Courier New"/>
              <a:ea typeface="Courier New"/>
              <a:cs typeface="Courier New"/>
              <a:sym typeface="Courier New"/>
            </a:endParaRPr>
          </a:p>
          <a:p>
            <a:pPr indent="-117475" lvl="0" marL="274320" rtl="0" algn="l">
              <a:spcBef>
                <a:spcPts val="520"/>
              </a:spcBef>
              <a:spcAft>
                <a:spcPts val="0"/>
              </a:spcAft>
              <a:buSzPts val="2470"/>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0"/>
          <p:cNvSpPr txBox="1"/>
          <p:nvPr>
            <p:ph type="title"/>
          </p:nvPr>
        </p:nvSpPr>
        <p:spPr>
          <a:xfrm>
            <a:off x="381000" y="4572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n-US">
                <a:latin typeface="Constantia"/>
                <a:ea typeface="Constantia"/>
                <a:cs typeface="Constantia"/>
                <a:sym typeface="Constantia"/>
              </a:rPr>
              <a:t>Properties and values</a:t>
            </a:r>
            <a:endParaRPr>
              <a:latin typeface="Constantia"/>
              <a:ea typeface="Constantia"/>
              <a:cs typeface="Constantia"/>
              <a:sym typeface="Constantia"/>
            </a:endParaRPr>
          </a:p>
        </p:txBody>
      </p:sp>
      <p:sp>
        <p:nvSpPr>
          <p:cNvPr id="448" name="Google Shape;448;p70"/>
          <p:cNvSpPr txBox="1"/>
          <p:nvPr>
            <p:ph idx="1" type="body"/>
          </p:nvPr>
        </p:nvSpPr>
        <p:spPr>
          <a:xfrm>
            <a:off x="457200" y="1676400"/>
            <a:ext cx="8229600" cy="5029200"/>
          </a:xfrm>
          <a:prstGeom prst="rect">
            <a:avLst/>
          </a:prstGeom>
          <a:noFill/>
          <a:ln>
            <a:noFill/>
          </a:ln>
        </p:spPr>
        <p:txBody>
          <a:bodyPr anchorCtr="0" anchor="t" bIns="45700" lIns="91425" spcFirstLastPara="1" rIns="91425" wrap="square" tIns="45700">
            <a:normAutofit/>
          </a:bodyPr>
          <a:lstStyle/>
          <a:p>
            <a:pPr indent="-13334" lvl="0" marL="13334" marR="2626995" rtl="0" algn="l">
              <a:lnSpc>
                <a:spcPct val="121000"/>
              </a:lnSpc>
              <a:spcBef>
                <a:spcPts val="0"/>
              </a:spcBef>
              <a:spcAft>
                <a:spcPts val="0"/>
              </a:spcAft>
              <a:buSzPts val="2280"/>
              <a:buChar char="⚫"/>
            </a:pPr>
            <a:r>
              <a:rPr lang="en-US" sz="2400">
                <a:latin typeface="Courier New"/>
                <a:ea typeface="Courier New"/>
                <a:cs typeface="Courier New"/>
                <a:sym typeface="Courier New"/>
              </a:rPr>
              <a:t>body {</a:t>
            </a:r>
            <a:r>
              <a:rPr lang="en-US" sz="2400">
                <a:solidFill>
                  <a:srgbClr val="980000"/>
                </a:solidFill>
                <a:latin typeface="Courier New"/>
                <a:ea typeface="Courier New"/>
                <a:cs typeface="Courier New"/>
                <a:sym typeface="Courier New"/>
              </a:rPr>
              <a:t>background: purple;</a:t>
            </a:r>
            <a:r>
              <a:rPr lang="en-US" sz="2400">
                <a:latin typeface="Courier New"/>
                <a:ea typeface="Courier New"/>
                <a:cs typeface="Courier New"/>
                <a:sym typeface="Courier New"/>
              </a:rPr>
              <a:t>}</a:t>
            </a:r>
            <a:endParaRPr/>
          </a:p>
          <a:p>
            <a:pPr indent="-13334" lvl="0" marL="13334" marR="2626995" rtl="0" algn="l">
              <a:lnSpc>
                <a:spcPct val="121000"/>
              </a:lnSpc>
              <a:spcBef>
                <a:spcPts val="100"/>
              </a:spcBef>
              <a:spcAft>
                <a:spcPts val="0"/>
              </a:spcAft>
              <a:buSzPts val="2280"/>
              <a:buChar char="⚫"/>
            </a:pPr>
            <a:r>
              <a:rPr lang="en-US" sz="2400">
                <a:latin typeface="Courier New"/>
                <a:ea typeface="Courier New"/>
                <a:cs typeface="Courier New"/>
                <a:sym typeface="Courier New"/>
              </a:rPr>
              <a:t>h1 {</a:t>
            </a:r>
            <a:r>
              <a:rPr lang="en-US" sz="2400">
                <a:solidFill>
                  <a:srgbClr val="980000"/>
                </a:solidFill>
                <a:latin typeface="Courier New"/>
                <a:ea typeface="Courier New"/>
                <a:cs typeface="Courier New"/>
                <a:sym typeface="Courier New"/>
              </a:rPr>
              <a:t>color: green;</a:t>
            </a:r>
            <a:r>
              <a:rPr lang="en-US" sz="2400">
                <a:latin typeface="Courier New"/>
                <a:ea typeface="Courier New"/>
                <a:cs typeface="Courier New"/>
                <a:sym typeface="Courier New"/>
              </a:rPr>
              <a:t>}</a:t>
            </a:r>
            <a:endParaRPr/>
          </a:p>
          <a:p>
            <a:pPr indent="-13334" lvl="0" marL="13334" rtl="0" algn="l">
              <a:spcBef>
                <a:spcPts val="600"/>
              </a:spcBef>
              <a:spcAft>
                <a:spcPts val="0"/>
              </a:spcAft>
              <a:buSzPts val="2280"/>
              <a:buChar char="⚫"/>
            </a:pPr>
            <a:r>
              <a:rPr lang="en-US" sz="2400">
                <a:latin typeface="Courier New"/>
                <a:ea typeface="Courier New"/>
                <a:cs typeface="Courier New"/>
                <a:sym typeface="Courier New"/>
              </a:rPr>
              <a:t>h2 {</a:t>
            </a:r>
            <a:r>
              <a:rPr lang="en-US" sz="2400">
                <a:solidFill>
                  <a:srgbClr val="980000"/>
                </a:solidFill>
                <a:latin typeface="Courier New"/>
                <a:ea typeface="Courier New"/>
                <a:cs typeface="Courier New"/>
                <a:sym typeface="Courier New"/>
              </a:rPr>
              <a:t>font-size: large;</a:t>
            </a:r>
            <a:r>
              <a:rPr lang="en-US" sz="2400">
                <a:latin typeface="Courier New"/>
                <a:ea typeface="Courier New"/>
                <a:cs typeface="Courier New"/>
                <a:sym typeface="Courier New"/>
              </a:rPr>
              <a:t>}</a:t>
            </a:r>
            <a:endParaRPr sz="2400">
              <a:latin typeface="Courier New"/>
              <a:ea typeface="Courier New"/>
              <a:cs typeface="Courier New"/>
              <a:sym typeface="Courier New"/>
            </a:endParaRPr>
          </a:p>
          <a:p>
            <a:pPr indent="-342900" lvl="0" marL="356235" marR="615315" rtl="0" algn="l">
              <a:spcBef>
                <a:spcPts val="590"/>
              </a:spcBef>
              <a:spcAft>
                <a:spcPts val="0"/>
              </a:spcAft>
              <a:buSzPts val="2280"/>
              <a:buChar char="⚫"/>
            </a:pPr>
            <a:r>
              <a:rPr lang="en-US" sz="2400">
                <a:latin typeface="Courier New"/>
                <a:ea typeface="Courier New"/>
                <a:cs typeface="Courier New"/>
                <a:sym typeface="Courier New"/>
              </a:rPr>
              <a:t>p {</a:t>
            </a:r>
            <a:r>
              <a:rPr lang="en-US" sz="2400">
                <a:solidFill>
                  <a:srgbClr val="980000"/>
                </a:solidFill>
                <a:latin typeface="Courier New"/>
                <a:ea typeface="Courier New"/>
                <a:cs typeface="Courier New"/>
                <a:sym typeface="Courier New"/>
              </a:rPr>
              <a:t>color: #ff0000;}</a:t>
            </a:r>
            <a:endParaRPr/>
          </a:p>
          <a:p>
            <a:pPr indent="-342900" lvl="0" marL="356235" marR="615315" rtl="0" algn="l">
              <a:spcBef>
                <a:spcPts val="590"/>
              </a:spcBef>
              <a:spcAft>
                <a:spcPts val="0"/>
              </a:spcAft>
              <a:buSzPts val="2280"/>
              <a:buNone/>
            </a:pPr>
            <a:r>
              <a:rPr lang="en-US" sz="2400">
                <a:latin typeface="Times New Roman"/>
                <a:ea typeface="Times New Roman"/>
                <a:cs typeface="Times New Roman"/>
                <a:sym typeface="Times New Roman"/>
              </a:rPr>
              <a:t>Properties and values tell an HTML element how to display</a:t>
            </a:r>
            <a:endParaRPr/>
          </a:p>
          <a:p>
            <a:pPr indent="132080" lvl="0" marL="12700" rtl="0" algn="l">
              <a:spcBef>
                <a:spcPts val="700"/>
              </a:spcBef>
              <a:spcAft>
                <a:spcPts val="0"/>
              </a:spcAft>
              <a:buSzPts val="2280"/>
              <a:buNone/>
            </a:pPr>
            <a:r>
              <a:t/>
            </a:r>
            <a:endParaRPr sz="2400">
              <a:latin typeface="Times New Roman"/>
              <a:ea typeface="Times New Roman"/>
              <a:cs typeface="Times New Roman"/>
              <a:sym typeface="Times New Roman"/>
            </a:endParaRPr>
          </a:p>
          <a:p>
            <a:pPr indent="-12700" lvl="0" marL="12700" rtl="0" algn="l">
              <a:spcBef>
                <a:spcPts val="700"/>
              </a:spcBef>
              <a:spcAft>
                <a:spcPts val="0"/>
              </a:spcAft>
              <a:buSzPts val="2280"/>
              <a:buNone/>
            </a:pPr>
            <a:r>
              <a:rPr lang="en-US" sz="2400">
                <a:latin typeface="Courier New"/>
                <a:ea typeface="Courier New"/>
                <a:cs typeface="Courier New"/>
                <a:sym typeface="Courier New"/>
              </a:rPr>
              <a:t>body {</a:t>
            </a:r>
            <a:endParaRPr/>
          </a:p>
          <a:p>
            <a:pPr indent="-12700" lvl="0" marL="12700" marR="5080" rtl="0" algn="l">
              <a:lnSpc>
                <a:spcPct val="121000"/>
              </a:lnSpc>
              <a:spcBef>
                <a:spcPts val="480"/>
              </a:spcBef>
              <a:spcAft>
                <a:spcPts val="0"/>
              </a:spcAft>
              <a:buSzPts val="2280"/>
              <a:buNone/>
            </a:pPr>
            <a:r>
              <a:rPr lang="en-US" sz="2400">
                <a:solidFill>
                  <a:srgbClr val="980000"/>
                </a:solidFill>
                <a:latin typeface="Courier New"/>
                <a:ea typeface="Courier New"/>
                <a:cs typeface="Courier New"/>
                <a:sym typeface="Courier New"/>
              </a:rPr>
              <a:t>     background: purple;  </a:t>
            </a:r>
            <a:endParaRPr/>
          </a:p>
          <a:p>
            <a:pPr indent="-12700" lvl="0" marL="12700" marR="5080" rtl="0" algn="l">
              <a:lnSpc>
                <a:spcPct val="121000"/>
              </a:lnSpc>
              <a:spcBef>
                <a:spcPts val="480"/>
              </a:spcBef>
              <a:spcAft>
                <a:spcPts val="0"/>
              </a:spcAft>
              <a:buSzPts val="2280"/>
              <a:buNone/>
            </a:pPr>
            <a:r>
              <a:rPr lang="en-US" sz="2400">
                <a:solidFill>
                  <a:srgbClr val="980000"/>
                </a:solidFill>
                <a:latin typeface="Courier New"/>
                <a:ea typeface="Courier New"/>
                <a:cs typeface="Courier New"/>
                <a:sym typeface="Courier New"/>
              </a:rPr>
              <a:t>     color: green;</a:t>
            </a:r>
            <a:endParaRPr sz="2400">
              <a:latin typeface="Courier New"/>
              <a:ea typeface="Courier New"/>
              <a:cs typeface="Courier New"/>
              <a:sym typeface="Courier New"/>
            </a:endParaRPr>
          </a:p>
          <a:p>
            <a:pPr indent="-12700" lvl="0" marL="12700" rtl="0" algn="l">
              <a:lnSpc>
                <a:spcPct val="100000"/>
              </a:lnSpc>
              <a:spcBef>
                <a:spcPts val="600"/>
              </a:spcBef>
              <a:spcAft>
                <a:spcPts val="0"/>
              </a:spcAft>
              <a:buSzPts val="2280"/>
              <a:buNone/>
            </a:pPr>
            <a:r>
              <a:rPr lang="en-US" sz="2400">
                <a:latin typeface="Courier New"/>
                <a:ea typeface="Courier New"/>
                <a:cs typeface="Courier New"/>
                <a:sym typeface="Courier New"/>
              </a:rPr>
              <a:t>     }</a:t>
            </a:r>
            <a:endParaRPr/>
          </a:p>
          <a:p>
            <a:pPr indent="-117475" lvl="0" marL="274320" rtl="0" algn="ctr">
              <a:spcBef>
                <a:spcPts val="520"/>
              </a:spcBef>
              <a:spcAft>
                <a:spcPts val="0"/>
              </a:spcAft>
              <a:buSzPts val="247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